
<file path=[Content_Types].xml><?xml version="1.0" encoding="utf-8"?>
<Types xmlns="http://schemas.openxmlformats.org/package/2006/content-types">
  <Default Extension="1" ContentType="image/jpeg"/>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8"/>
  </p:notesMasterIdLst>
  <p:handoutMasterIdLst>
    <p:handoutMasterId r:id="rId19"/>
  </p:handoutMasterIdLst>
  <p:sldIdLst>
    <p:sldId id="509" r:id="rId5"/>
    <p:sldId id="391" r:id="rId6"/>
    <p:sldId id="566" r:id="rId7"/>
    <p:sldId id="565" r:id="rId8"/>
    <p:sldId id="574" r:id="rId9"/>
    <p:sldId id="551" r:id="rId10"/>
    <p:sldId id="571" r:id="rId11"/>
    <p:sldId id="261" r:id="rId12"/>
    <p:sldId id="575" r:id="rId13"/>
    <p:sldId id="572" r:id="rId14"/>
    <p:sldId id="569" r:id="rId15"/>
    <p:sldId id="573" r:id="rId16"/>
    <p:sldId id="56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825" userDrawn="1">
          <p15:clr>
            <a:srgbClr val="A4A3A4"/>
          </p15:clr>
        </p15:guide>
        <p15:guide id="2" pos="273" userDrawn="1">
          <p15:clr>
            <a:srgbClr val="A4A3A4"/>
          </p15:clr>
        </p15:guide>
        <p15:guide id="4" pos="7414" userDrawn="1">
          <p15:clr>
            <a:srgbClr val="A4A3A4"/>
          </p15:clr>
        </p15:guide>
        <p15:guide id="5" orient="horz" pos="908"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5F5F5"/>
    <a:srgbClr val="FBFBFB"/>
    <a:srgbClr val="3DC7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7425F1A-4CDF-B577-5C6F-A7BB7A347F00}" v="8" dt="2026-02-02T07:16:37.670"/>
    <p1510:client id="{6EFBDF3B-3352-0173-0BDC-DD62C5991079}" v="3" dt="2026-02-03T05:48:46.663"/>
    <p1510:client id="{E8F3C2E9-2566-17CF-57F7-0CBC550AE408}" v="40" dt="2026-02-02T07:19:10.44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guide orient="horz" pos="3825"/>
        <p:guide pos="273"/>
        <p:guide pos="7414"/>
        <p:guide orient="horz" pos="908"/>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F3E4D40-3228-1C24-32C4-502B03868EB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F2ACEF2-A3DF-6534-FA7A-72EB00E4640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49540CC-CE8C-4A70-BF05-2114CEE721C9}" type="datetimeFigureOut">
              <a:rPr lang="en-US" smtClean="0"/>
              <a:t>7/28/2026</a:t>
            </a:fld>
            <a:endParaRPr lang="en-US"/>
          </a:p>
        </p:txBody>
      </p:sp>
      <p:sp>
        <p:nvSpPr>
          <p:cNvPr id="4" name="Footer Placeholder 3">
            <a:extLst>
              <a:ext uri="{FF2B5EF4-FFF2-40B4-BE49-F238E27FC236}">
                <a16:creationId xmlns:a16="http://schemas.microsoft.com/office/drawing/2014/main" id="{648134E3-450C-99A7-AD31-0AD855962FF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01F3B346-D077-B037-8AF1-1A5943152BE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A198758-294F-43B0-9FDA-82B4C942C448}" type="slidenum">
              <a:rPr lang="en-US" smtClean="0"/>
              <a:t>‹#›</a:t>
            </a:fld>
            <a:endParaRPr lang="en-US"/>
          </a:p>
        </p:txBody>
      </p:sp>
    </p:spTree>
    <p:extLst>
      <p:ext uri="{BB962C8B-B14F-4D97-AF65-F5344CB8AC3E}">
        <p14:creationId xmlns:p14="http://schemas.microsoft.com/office/powerpoint/2010/main" val="10231382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Biennale" panose="00000500000000000000" pitchFamily="2"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Biennale" panose="00000500000000000000" pitchFamily="2" charset="0"/>
              </a:defRPr>
            </a:lvl1pPr>
          </a:lstStyle>
          <a:p>
            <a:fld id="{2F30A58F-C1CB-4583-BA10-6EBD3D104964}" type="datetimeFigureOut">
              <a:rPr lang="en-US" smtClean="0"/>
              <a:pPr/>
              <a:t>7/28/2026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Biennale" panose="00000500000000000000" pitchFamily="2"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Biennale" panose="00000500000000000000" pitchFamily="2" charset="0"/>
              </a:defRPr>
            </a:lvl1pPr>
          </a:lstStyle>
          <a:p>
            <a:fld id="{8B625186-1159-4D34-813C-4B43A94F9814}" type="slidenum">
              <a:rPr lang="en-US" smtClean="0"/>
              <a:pPr/>
              <a:t>‹#›</a:t>
            </a:fld>
            <a:endParaRPr lang="en-US"/>
          </a:p>
        </p:txBody>
      </p:sp>
    </p:spTree>
    <p:extLst>
      <p:ext uri="{BB962C8B-B14F-4D97-AF65-F5344CB8AC3E}">
        <p14:creationId xmlns:p14="http://schemas.microsoft.com/office/powerpoint/2010/main" val="612476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Biennale" panose="00000500000000000000" pitchFamily="2" charset="0"/>
        <a:ea typeface="+mn-ea"/>
        <a:cs typeface="+mn-cs"/>
      </a:defRPr>
    </a:lvl1pPr>
    <a:lvl2pPr marL="457200" algn="l" defTabSz="914400" rtl="0" eaLnBrk="1" latinLnBrk="0" hangingPunct="1">
      <a:defRPr sz="1200" kern="1200">
        <a:solidFill>
          <a:schemeClr val="tx1"/>
        </a:solidFill>
        <a:latin typeface="Biennale" panose="00000500000000000000" pitchFamily="2" charset="0"/>
        <a:ea typeface="+mn-ea"/>
        <a:cs typeface="+mn-cs"/>
      </a:defRPr>
    </a:lvl2pPr>
    <a:lvl3pPr marL="914400" algn="l" defTabSz="914400" rtl="0" eaLnBrk="1" latinLnBrk="0" hangingPunct="1">
      <a:defRPr sz="1200" kern="1200">
        <a:solidFill>
          <a:schemeClr val="tx1"/>
        </a:solidFill>
        <a:latin typeface="Biennale" panose="00000500000000000000" pitchFamily="2" charset="0"/>
        <a:ea typeface="+mn-ea"/>
        <a:cs typeface="+mn-cs"/>
      </a:defRPr>
    </a:lvl3pPr>
    <a:lvl4pPr marL="1371600" algn="l" defTabSz="914400" rtl="0" eaLnBrk="1" latinLnBrk="0" hangingPunct="1">
      <a:defRPr sz="1200" kern="1200">
        <a:solidFill>
          <a:schemeClr val="tx1"/>
        </a:solidFill>
        <a:latin typeface="Biennale" panose="00000500000000000000" pitchFamily="2" charset="0"/>
        <a:ea typeface="+mn-ea"/>
        <a:cs typeface="+mn-cs"/>
      </a:defRPr>
    </a:lvl4pPr>
    <a:lvl5pPr marL="1828800" algn="l" defTabSz="914400" rtl="0" eaLnBrk="1" latinLnBrk="0" hangingPunct="1">
      <a:defRPr sz="1200" kern="1200">
        <a:solidFill>
          <a:schemeClr val="tx1"/>
        </a:solidFill>
        <a:latin typeface="Biennale"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B625186-1159-4D34-813C-4B43A94F9814}" type="slidenum">
              <a:rPr lang="en-US" smtClean="0"/>
              <a:pPr/>
              <a:t>1</a:t>
            </a:fld>
            <a:endParaRPr lang="en-US"/>
          </a:p>
        </p:txBody>
      </p:sp>
    </p:spTree>
    <p:extLst>
      <p:ext uri="{BB962C8B-B14F-4D97-AF65-F5344CB8AC3E}">
        <p14:creationId xmlns:p14="http://schemas.microsoft.com/office/powerpoint/2010/main" val="31246349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B625186-1159-4D34-813C-4B43A94F9814}" type="slidenum">
              <a:rPr lang="en-US" smtClean="0"/>
              <a:pPr/>
              <a:t>2</a:t>
            </a:fld>
            <a:endParaRPr lang="en-US"/>
          </a:p>
        </p:txBody>
      </p:sp>
    </p:spTree>
    <p:extLst>
      <p:ext uri="{BB962C8B-B14F-4D97-AF65-F5344CB8AC3E}">
        <p14:creationId xmlns:p14="http://schemas.microsoft.com/office/powerpoint/2010/main" val="14283104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B625186-1159-4D34-813C-4B43A94F9814}" type="slidenum">
              <a:rPr lang="en-US" smtClean="0"/>
              <a:pPr/>
              <a:t>11</a:t>
            </a:fld>
            <a:endParaRPr lang="en-US"/>
          </a:p>
        </p:txBody>
      </p:sp>
    </p:spTree>
    <p:extLst>
      <p:ext uri="{BB962C8B-B14F-4D97-AF65-F5344CB8AC3E}">
        <p14:creationId xmlns:p14="http://schemas.microsoft.com/office/powerpoint/2010/main" val="17247602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B625186-1159-4D34-813C-4B43A94F9814}" type="slidenum">
              <a:rPr lang="en-US" smtClean="0"/>
              <a:pPr/>
              <a:t>12</a:t>
            </a:fld>
            <a:endParaRPr lang="en-US"/>
          </a:p>
        </p:txBody>
      </p:sp>
    </p:spTree>
    <p:extLst>
      <p:ext uri="{BB962C8B-B14F-4D97-AF65-F5344CB8AC3E}">
        <p14:creationId xmlns:p14="http://schemas.microsoft.com/office/powerpoint/2010/main" val="3216784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4.sv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5.sv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5.sv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sv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One curve">
    <p:bg>
      <p:bgPr>
        <a:solidFill>
          <a:schemeClr val="accent1"/>
        </a:solidFill>
        <a:effectLst/>
      </p:bgPr>
    </p:bg>
    <p:spTree>
      <p:nvGrpSpPr>
        <p:cNvPr id="1" name=""/>
        <p:cNvGrpSpPr/>
        <p:nvPr/>
      </p:nvGrpSpPr>
      <p:grpSpPr>
        <a:xfrm>
          <a:off x="0" y="0"/>
          <a:ext cx="0" cy="0"/>
          <a:chOff x="0" y="0"/>
          <a:chExt cx="0" cy="0"/>
        </a:xfrm>
      </p:grpSpPr>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428625" y="530715"/>
            <a:ext cx="6766560" cy="1554480"/>
          </a:xfrm>
        </p:spPr>
        <p:txBody>
          <a:bodyPr anchor="b"/>
          <a:lstStyle>
            <a:lvl1pPr>
              <a:spcAft>
                <a:spcPts val="300"/>
              </a:spcAft>
              <a:defRPr lang="en-US" sz="4400" kern="1200" dirty="0">
                <a:solidFill>
                  <a:schemeClr val="bg1"/>
                </a:solidFill>
                <a:latin typeface="+mj-lt"/>
                <a:ea typeface="+mn-ea"/>
                <a:cs typeface="+mn-cs"/>
              </a:defRPr>
            </a:lvl1pPr>
          </a:lstStyle>
          <a:p>
            <a:r>
              <a:rPr lang="en-US"/>
              <a:t>Presentation title</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428625" y="2082422"/>
            <a:ext cx="6766560" cy="1216152"/>
          </a:xfrm>
        </p:spPr>
        <p:txBody>
          <a:bodyPr/>
          <a:lstStyle>
            <a:lvl1pPr marL="0" indent="0">
              <a:buNone/>
              <a:defRPr sz="3200">
                <a:solidFill>
                  <a:schemeClr val="accent3"/>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Subtitle</a:t>
            </a:r>
          </a:p>
        </p:txBody>
      </p:sp>
      <p:sp>
        <p:nvSpPr>
          <p:cNvPr id="12" name="Text Placeholder 9">
            <a:extLst>
              <a:ext uri="{FF2B5EF4-FFF2-40B4-BE49-F238E27FC236}">
                <a16:creationId xmlns:a16="http://schemas.microsoft.com/office/drawing/2014/main" id="{7D2D5D63-E8BA-926E-F60F-3C489D1CF733}"/>
              </a:ext>
            </a:extLst>
          </p:cNvPr>
          <p:cNvSpPr>
            <a:spLocks noGrp="1"/>
          </p:cNvSpPr>
          <p:nvPr>
            <p:ph type="body" sz="quarter" idx="15" hasCustomPrompt="1"/>
          </p:nvPr>
        </p:nvSpPr>
        <p:spPr>
          <a:xfrm>
            <a:off x="428625" y="4765675"/>
            <a:ext cx="3995928" cy="969264"/>
          </a:xfrm>
        </p:spPr>
        <p:txBody>
          <a:bodyPr/>
          <a:lstStyle>
            <a:lvl1pPr marL="0" indent="0">
              <a:buNone/>
              <a:defRPr lang="en-US" sz="1800" kern="1200" dirty="0">
                <a:solidFill>
                  <a:schemeClr val="bg1"/>
                </a:solidFill>
                <a:latin typeface="+mn-lt"/>
                <a:ea typeface="+mn-ea"/>
                <a:cs typeface="+mn-cs"/>
              </a:defRPr>
            </a:lvl1pPr>
          </a:lstStyle>
          <a:p>
            <a:pPr lvl="0"/>
            <a:r>
              <a:rPr lang="en-US"/>
              <a:t>Date</a:t>
            </a:r>
          </a:p>
        </p:txBody>
      </p:sp>
      <p:sp>
        <p:nvSpPr>
          <p:cNvPr id="4" name="Graphique 10" descr="Atos">
            <a:extLst>
              <a:ext uri="{FF2B5EF4-FFF2-40B4-BE49-F238E27FC236}">
                <a16:creationId xmlns:a16="http://schemas.microsoft.com/office/drawing/2014/main" id="{090DB5EA-F397-D75A-9B05-13145E2FB4AB}"/>
              </a:ext>
            </a:extLst>
          </p:cNvPr>
          <p:cNvSpPr>
            <a:spLocks noChangeAspect="1"/>
          </p:cNvSpPr>
          <p:nvPr userDrawn="1"/>
        </p:nvSpPr>
        <p:spPr>
          <a:xfrm>
            <a:off x="9848292" y="5921362"/>
            <a:ext cx="1920640" cy="587312"/>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pic>
        <p:nvPicPr>
          <p:cNvPr id="2" name="Graphic 1">
            <a:extLst>
              <a:ext uri="{FF2B5EF4-FFF2-40B4-BE49-F238E27FC236}">
                <a16:creationId xmlns:a16="http://schemas.microsoft.com/office/drawing/2014/main" id="{9FD7C0F0-4D00-0140-8807-06D6E9D5C32A}"/>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flipV="1">
            <a:off x="5334000" y="0"/>
            <a:ext cx="6858000" cy="6858000"/>
          </a:xfrm>
          <a:prstGeom prst="rect">
            <a:avLst/>
          </a:prstGeom>
        </p:spPr>
      </p:pic>
    </p:spTree>
    <p:extLst>
      <p:ext uri="{BB962C8B-B14F-4D97-AF65-F5344CB8AC3E}">
        <p14:creationId xmlns:p14="http://schemas.microsoft.com/office/powerpoint/2010/main" val="15584430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White">
    <p:spTree>
      <p:nvGrpSpPr>
        <p:cNvPr id="1" name=""/>
        <p:cNvGrpSpPr/>
        <p:nvPr/>
      </p:nvGrpSpPr>
      <p:grpSpPr>
        <a:xfrm>
          <a:off x="0" y="0"/>
          <a:ext cx="0" cy="0"/>
          <a:chOff x="0" y="0"/>
          <a:chExt cx="0" cy="0"/>
        </a:xfrm>
      </p:grpSpPr>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428625" y="530715"/>
            <a:ext cx="6766560" cy="1554480"/>
          </a:xfrm>
        </p:spPr>
        <p:txBody>
          <a:bodyPr anchor="b"/>
          <a:lstStyle>
            <a:lvl1pPr>
              <a:spcAft>
                <a:spcPts val="300"/>
              </a:spcAft>
              <a:defRPr lang="en-US" sz="4400" kern="1200" dirty="0">
                <a:solidFill>
                  <a:schemeClr val="accent1"/>
                </a:solidFill>
                <a:latin typeface="+mj-lt"/>
                <a:ea typeface="+mn-ea"/>
                <a:cs typeface="+mn-cs"/>
              </a:defRPr>
            </a:lvl1pPr>
          </a:lstStyle>
          <a:p>
            <a:r>
              <a:rPr lang="en-US"/>
              <a:t>Presentation title</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428625" y="2082422"/>
            <a:ext cx="6766560" cy="1216152"/>
          </a:xfrm>
        </p:spPr>
        <p:txBody>
          <a:bodyPr/>
          <a:lstStyle>
            <a:lvl1pPr marL="0" indent="0">
              <a:buNone/>
              <a:defRPr sz="3200">
                <a:solidFill>
                  <a:schemeClr val="accent3"/>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Subtitle</a:t>
            </a:r>
          </a:p>
        </p:txBody>
      </p:sp>
      <p:sp>
        <p:nvSpPr>
          <p:cNvPr id="12" name="Text Placeholder 9">
            <a:extLst>
              <a:ext uri="{FF2B5EF4-FFF2-40B4-BE49-F238E27FC236}">
                <a16:creationId xmlns:a16="http://schemas.microsoft.com/office/drawing/2014/main" id="{7D2D5D63-E8BA-926E-F60F-3C489D1CF733}"/>
              </a:ext>
            </a:extLst>
          </p:cNvPr>
          <p:cNvSpPr>
            <a:spLocks noGrp="1"/>
          </p:cNvSpPr>
          <p:nvPr>
            <p:ph type="body" sz="quarter" idx="15" hasCustomPrompt="1"/>
          </p:nvPr>
        </p:nvSpPr>
        <p:spPr>
          <a:xfrm>
            <a:off x="428625" y="4765675"/>
            <a:ext cx="3995928" cy="969264"/>
          </a:xfrm>
        </p:spPr>
        <p:txBody>
          <a:bodyPr/>
          <a:lstStyle>
            <a:lvl1pPr marL="0" indent="0">
              <a:buNone/>
              <a:defRPr lang="en-US" sz="1800" kern="1200" dirty="0">
                <a:solidFill>
                  <a:schemeClr val="accent3"/>
                </a:solidFill>
                <a:latin typeface="+mn-lt"/>
                <a:ea typeface="+mn-ea"/>
                <a:cs typeface="+mn-cs"/>
              </a:defRPr>
            </a:lvl1pPr>
          </a:lstStyle>
          <a:p>
            <a:pPr lvl="0"/>
            <a:r>
              <a:rPr lang="en-US"/>
              <a:t>Date</a:t>
            </a:r>
          </a:p>
        </p:txBody>
      </p:sp>
      <p:sp>
        <p:nvSpPr>
          <p:cNvPr id="4" name="Graphique 10" descr="Atos">
            <a:extLst>
              <a:ext uri="{FF2B5EF4-FFF2-40B4-BE49-F238E27FC236}">
                <a16:creationId xmlns:a16="http://schemas.microsoft.com/office/drawing/2014/main" id="{090DB5EA-F397-D75A-9B05-13145E2FB4AB}"/>
              </a:ext>
            </a:extLst>
          </p:cNvPr>
          <p:cNvSpPr>
            <a:spLocks noChangeAspect="1"/>
          </p:cNvSpPr>
          <p:nvPr userDrawn="1"/>
        </p:nvSpPr>
        <p:spPr>
          <a:xfrm>
            <a:off x="9848292" y="5921362"/>
            <a:ext cx="1920640" cy="587312"/>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accent1"/>
          </a:solidFill>
          <a:ln w="5690" cap="flat">
            <a:noFill/>
            <a:prstDash val="solid"/>
            <a:miter/>
          </a:ln>
        </p:spPr>
        <p:txBody>
          <a:bodyPr rtlCol="0" anchor="ctr"/>
          <a:lstStyle/>
          <a:p>
            <a:endParaRPr lang="fr-FR"/>
          </a:p>
        </p:txBody>
      </p:sp>
      <p:pic>
        <p:nvPicPr>
          <p:cNvPr id="2" name="Graphic 1">
            <a:extLst>
              <a:ext uri="{FF2B5EF4-FFF2-40B4-BE49-F238E27FC236}">
                <a16:creationId xmlns:a16="http://schemas.microsoft.com/office/drawing/2014/main" id="{DCC1C307-4A11-8265-F1FF-AC20B78DEB9D}"/>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2438"/>
          <a:stretch/>
        </p:blipFill>
        <p:spPr>
          <a:xfrm rot="5400000" flipH="1">
            <a:off x="4900683" y="3428998"/>
            <a:ext cx="2995683" cy="3862317"/>
          </a:xfrm>
          <a:prstGeom prst="rect">
            <a:avLst/>
          </a:prstGeom>
        </p:spPr>
      </p:pic>
      <p:pic>
        <p:nvPicPr>
          <p:cNvPr id="3" name="Graphic 2">
            <a:extLst>
              <a:ext uri="{FF2B5EF4-FFF2-40B4-BE49-F238E27FC236}">
                <a16:creationId xmlns:a16="http://schemas.microsoft.com/office/drawing/2014/main" id="{E0CF8E77-A4EE-35C7-A5CD-F520193C39D8}"/>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329684" y="-2"/>
            <a:ext cx="3862317" cy="3862317"/>
          </a:xfrm>
          <a:prstGeom prst="rect">
            <a:avLst/>
          </a:prstGeom>
        </p:spPr>
      </p:pic>
    </p:spTree>
    <p:extLst>
      <p:ext uri="{BB962C8B-B14F-4D97-AF65-F5344CB8AC3E}">
        <p14:creationId xmlns:p14="http://schemas.microsoft.com/office/powerpoint/2010/main" val="28732450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Image in curve">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997919D9-2989-3289-BE2F-126C2433837B}"/>
              </a:ext>
              <a:ext uri="{C183D7F6-B498-43B3-948B-1728B52AA6E4}">
                <adec:decorative xmlns:adec="http://schemas.microsoft.com/office/drawing/2017/decorative" val="1"/>
              </a:ext>
            </a:extLst>
          </p:cNvPr>
          <p:cNvSpPr/>
          <p:nvPr userDrawn="1"/>
        </p:nvSpPr>
        <p:spPr>
          <a:xfrm>
            <a:off x="0" y="0"/>
            <a:ext cx="12192000" cy="6857556"/>
          </a:xfrm>
          <a:custGeom>
            <a:avLst/>
            <a:gdLst>
              <a:gd name="connsiteX0" fmla="*/ 12192000 w 12192000"/>
              <a:gd name="connsiteY0" fmla="*/ 2782174 h 6857556"/>
              <a:gd name="connsiteX1" fmla="*/ 12192000 w 12192000"/>
              <a:gd name="connsiteY1" fmla="*/ 6857556 h 6857556"/>
              <a:gd name="connsiteX2" fmla="*/ 8111311 w 12192000"/>
              <a:gd name="connsiteY2" fmla="*/ 6857556 h 6857556"/>
              <a:gd name="connsiteX3" fmla="*/ 8113342 w 12192000"/>
              <a:gd name="connsiteY3" fmla="*/ 6733493 h 6857556"/>
              <a:gd name="connsiteX4" fmla="*/ 12064704 w 12192000"/>
              <a:gd name="connsiteY4" fmla="*/ 2783524 h 6857556"/>
              <a:gd name="connsiteX5" fmla="*/ 0 w 12192000"/>
              <a:gd name="connsiteY5" fmla="*/ 0 h 6857556"/>
              <a:gd name="connsiteX6" fmla="*/ 12192000 w 12192000"/>
              <a:gd name="connsiteY6" fmla="*/ 0 h 6857556"/>
              <a:gd name="connsiteX7" fmla="*/ 12192000 w 12192000"/>
              <a:gd name="connsiteY7" fmla="*/ 444 h 6857556"/>
              <a:gd name="connsiteX8" fmla="*/ 11867550 w 12192000"/>
              <a:gd name="connsiteY8" fmla="*/ 4015 h 6857556"/>
              <a:gd name="connsiteX9" fmla="*/ 7200902 w 12192000"/>
              <a:gd name="connsiteY9" fmla="*/ 2159000 h 6857556"/>
              <a:gd name="connsiteX10" fmla="*/ 5337672 w 12192000"/>
              <a:gd name="connsiteY10" fmla="*/ 6585644 h 6857556"/>
              <a:gd name="connsiteX11" fmla="*/ 5334507 w 12192000"/>
              <a:gd name="connsiteY11" fmla="*/ 6857556 h 6857556"/>
              <a:gd name="connsiteX12" fmla="*/ 0 w 12192000"/>
              <a:gd name="connsiteY12" fmla="*/ 6857556 h 6857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92000" h="6857556">
                <a:moveTo>
                  <a:pt x="12192000" y="2782174"/>
                </a:moveTo>
                <a:lnTo>
                  <a:pt x="12192000" y="6857556"/>
                </a:lnTo>
                <a:lnTo>
                  <a:pt x="8111311" y="6857556"/>
                </a:lnTo>
                <a:lnTo>
                  <a:pt x="8113342" y="6733493"/>
                </a:lnTo>
                <a:cubicBezTo>
                  <a:pt x="8205095" y="4482559"/>
                  <a:pt x="9974251" y="2857766"/>
                  <a:pt x="12064704" y="2783524"/>
                </a:cubicBezTo>
                <a:close/>
                <a:moveTo>
                  <a:pt x="0" y="0"/>
                </a:moveTo>
                <a:lnTo>
                  <a:pt x="12192000" y="0"/>
                </a:lnTo>
                <a:lnTo>
                  <a:pt x="12192000" y="444"/>
                </a:lnTo>
                <a:lnTo>
                  <a:pt x="11867550" y="4015"/>
                </a:lnTo>
                <a:cubicBezTo>
                  <a:pt x="10051432" y="76082"/>
                  <a:pt x="8371914" y="919580"/>
                  <a:pt x="7200902" y="2159000"/>
                </a:cubicBezTo>
                <a:cubicBezTo>
                  <a:pt x="6035842" y="3386514"/>
                  <a:pt x="5395007" y="5006228"/>
                  <a:pt x="5337672" y="6585644"/>
                </a:cubicBezTo>
                <a:lnTo>
                  <a:pt x="5334507" y="6857556"/>
                </a:lnTo>
                <a:lnTo>
                  <a:pt x="0" y="6857556"/>
                </a:lnTo>
                <a:close/>
              </a:path>
            </a:pathLst>
          </a:custGeom>
          <a:solidFill>
            <a:schemeClr val="accent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428625" y="530715"/>
            <a:ext cx="6766560" cy="1554480"/>
          </a:xfrm>
        </p:spPr>
        <p:txBody>
          <a:bodyPr anchor="b"/>
          <a:lstStyle>
            <a:lvl1pPr>
              <a:spcAft>
                <a:spcPts val="300"/>
              </a:spcAft>
              <a:defRPr lang="en-US" sz="4400" kern="1200" dirty="0">
                <a:solidFill>
                  <a:schemeClr val="bg1"/>
                </a:solidFill>
                <a:latin typeface="+mj-lt"/>
                <a:ea typeface="+mn-ea"/>
                <a:cs typeface="+mn-cs"/>
              </a:defRPr>
            </a:lvl1pPr>
          </a:lstStyle>
          <a:p>
            <a:r>
              <a:rPr lang="en-US"/>
              <a:t>Presentation title</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428625" y="2082422"/>
            <a:ext cx="6766560" cy="1216152"/>
          </a:xfrm>
        </p:spPr>
        <p:txBody>
          <a:bodyPr/>
          <a:lstStyle>
            <a:lvl1pPr marL="0" indent="0">
              <a:buNone/>
              <a:defRPr sz="3200">
                <a:solidFill>
                  <a:schemeClr val="accent3"/>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Subtitle</a:t>
            </a:r>
          </a:p>
        </p:txBody>
      </p:sp>
      <p:sp>
        <p:nvSpPr>
          <p:cNvPr id="12" name="Text Placeholder 9">
            <a:extLst>
              <a:ext uri="{FF2B5EF4-FFF2-40B4-BE49-F238E27FC236}">
                <a16:creationId xmlns:a16="http://schemas.microsoft.com/office/drawing/2014/main" id="{7D2D5D63-E8BA-926E-F60F-3C489D1CF733}"/>
              </a:ext>
            </a:extLst>
          </p:cNvPr>
          <p:cNvSpPr>
            <a:spLocks noGrp="1"/>
          </p:cNvSpPr>
          <p:nvPr>
            <p:ph type="body" sz="quarter" idx="15" hasCustomPrompt="1"/>
          </p:nvPr>
        </p:nvSpPr>
        <p:spPr>
          <a:xfrm>
            <a:off x="428625" y="4765675"/>
            <a:ext cx="3995928" cy="969264"/>
          </a:xfrm>
        </p:spPr>
        <p:txBody>
          <a:bodyPr/>
          <a:lstStyle>
            <a:lvl1pPr marL="0" indent="0">
              <a:buNone/>
              <a:defRPr lang="en-US" sz="1800" kern="1200" dirty="0">
                <a:solidFill>
                  <a:schemeClr val="bg1"/>
                </a:solidFill>
                <a:latin typeface="+mn-lt"/>
                <a:ea typeface="+mn-ea"/>
                <a:cs typeface="+mn-cs"/>
              </a:defRPr>
            </a:lvl1pPr>
          </a:lstStyle>
          <a:p>
            <a:pPr lvl="0"/>
            <a:r>
              <a:rPr lang="en-US"/>
              <a:t>Date</a:t>
            </a:r>
          </a:p>
        </p:txBody>
      </p:sp>
      <p:sp>
        <p:nvSpPr>
          <p:cNvPr id="5" name="Picture Placeholder 19">
            <a:extLst>
              <a:ext uri="{FF2B5EF4-FFF2-40B4-BE49-F238E27FC236}">
                <a16:creationId xmlns:a16="http://schemas.microsoft.com/office/drawing/2014/main" id="{4EB1A4FF-FDF0-957E-95CD-5A9D268651E0}"/>
              </a:ext>
            </a:extLst>
          </p:cNvPr>
          <p:cNvSpPr>
            <a:spLocks noGrp="1"/>
          </p:cNvSpPr>
          <p:nvPr>
            <p:ph type="pic" sz="quarter" idx="11"/>
          </p:nvPr>
        </p:nvSpPr>
        <p:spPr>
          <a:xfrm>
            <a:off x="5327891" y="0"/>
            <a:ext cx="6864109" cy="6857556"/>
          </a:xfrm>
          <a:custGeom>
            <a:avLst/>
            <a:gdLst>
              <a:gd name="connsiteX0" fmla="*/ 6506104 w 6864109"/>
              <a:gd name="connsiteY0" fmla="*/ 0 h 6857556"/>
              <a:gd name="connsiteX1" fmla="*/ 6864109 w 6864109"/>
              <a:gd name="connsiteY1" fmla="*/ 0 h 6857556"/>
              <a:gd name="connsiteX2" fmla="*/ 6864109 w 6864109"/>
              <a:gd name="connsiteY2" fmla="*/ 2786711 h 6857556"/>
              <a:gd name="connsiteX3" fmla="*/ 6672538 w 6864109"/>
              <a:gd name="connsiteY3" fmla="*/ 2791014 h 6857556"/>
              <a:gd name="connsiteX4" fmla="*/ 2795144 w 6864109"/>
              <a:gd name="connsiteY4" fmla="*/ 6732301 h 6857556"/>
              <a:gd name="connsiteX5" fmla="*/ 2793538 w 6864109"/>
              <a:gd name="connsiteY5" fmla="*/ 6857556 h 6857556"/>
              <a:gd name="connsiteX6" fmla="*/ 0 w 6864109"/>
              <a:gd name="connsiteY6" fmla="*/ 6857556 h 6857556"/>
              <a:gd name="connsiteX7" fmla="*/ 3187 w 6864109"/>
              <a:gd name="connsiteY7" fmla="*/ 6583730 h 6857556"/>
              <a:gd name="connsiteX8" fmla="*/ 1867893 w 6864109"/>
              <a:gd name="connsiteY8" fmla="*/ 2154240 h 6857556"/>
              <a:gd name="connsiteX9" fmla="*/ 6199142 w 6864109"/>
              <a:gd name="connsiteY9" fmla="*/ 20346 h 6857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4109" h="6857556">
                <a:moveTo>
                  <a:pt x="6506104" y="0"/>
                </a:moveTo>
                <a:lnTo>
                  <a:pt x="6864109" y="0"/>
                </a:lnTo>
                <a:lnTo>
                  <a:pt x="6864109" y="2786711"/>
                </a:lnTo>
                <a:lnTo>
                  <a:pt x="6672538" y="2791014"/>
                </a:lnTo>
                <a:cubicBezTo>
                  <a:pt x="4664767" y="2886626"/>
                  <a:pt x="2879590" y="4485245"/>
                  <a:pt x="2795144" y="6732301"/>
                </a:cubicBezTo>
                <a:lnTo>
                  <a:pt x="2793538" y="6857556"/>
                </a:lnTo>
                <a:lnTo>
                  <a:pt x="0" y="6857556"/>
                </a:lnTo>
                <a:lnTo>
                  <a:pt x="3187" y="6583730"/>
                </a:lnTo>
                <a:cubicBezTo>
                  <a:pt x="60566" y="5003298"/>
                  <a:pt x="701910" y="3382544"/>
                  <a:pt x="1867893" y="2154240"/>
                </a:cubicBezTo>
                <a:cubicBezTo>
                  <a:pt x="2966588" y="991538"/>
                  <a:pt x="4512566" y="177036"/>
                  <a:pt x="6199142" y="20346"/>
                </a:cubicBezTo>
                <a:close/>
              </a:path>
            </a:pathLst>
          </a:custGeom>
        </p:spPr>
        <p:txBody>
          <a:bodyPr wrap="square" tIns="0" rIns="457200" bIns="822960" anchor="ctr">
            <a:noAutofit/>
          </a:bodyPr>
          <a:lstStyle>
            <a:lvl1pPr marL="0" indent="0" algn="ctr">
              <a:buNone/>
              <a:defRPr>
                <a:solidFill>
                  <a:schemeClr val="accent3"/>
                </a:solidFill>
              </a:defRPr>
            </a:lvl1pPr>
          </a:lstStyle>
          <a:p>
            <a:r>
              <a:rPr lang="en-US"/>
              <a:t>Click icon to add picture</a:t>
            </a:r>
          </a:p>
        </p:txBody>
      </p:sp>
      <p:sp>
        <p:nvSpPr>
          <p:cNvPr id="4" name="Graphique 10" descr="Atos">
            <a:extLst>
              <a:ext uri="{FF2B5EF4-FFF2-40B4-BE49-F238E27FC236}">
                <a16:creationId xmlns:a16="http://schemas.microsoft.com/office/drawing/2014/main" id="{090DB5EA-F397-D75A-9B05-13145E2FB4AB}"/>
              </a:ext>
            </a:extLst>
          </p:cNvPr>
          <p:cNvSpPr>
            <a:spLocks noChangeAspect="1"/>
          </p:cNvSpPr>
          <p:nvPr userDrawn="1"/>
        </p:nvSpPr>
        <p:spPr>
          <a:xfrm>
            <a:off x="9848292" y="5921362"/>
            <a:ext cx="1920640" cy="587312"/>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Tree>
    <p:extLst>
      <p:ext uri="{BB962C8B-B14F-4D97-AF65-F5344CB8AC3E}">
        <p14:creationId xmlns:p14="http://schemas.microsoft.com/office/powerpoint/2010/main" val="13967564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Vertical image">
    <p:bg>
      <p:bgPr>
        <a:solidFill>
          <a:schemeClr val="accent3"/>
        </a:solidFill>
        <a:effectLst/>
      </p:bgPr>
    </p:bg>
    <p:spTree>
      <p:nvGrpSpPr>
        <p:cNvPr id="1" name=""/>
        <p:cNvGrpSpPr/>
        <p:nvPr/>
      </p:nvGrpSpPr>
      <p:grpSpPr>
        <a:xfrm>
          <a:off x="0" y="0"/>
          <a:ext cx="0" cy="0"/>
          <a:chOff x="0" y="0"/>
          <a:chExt cx="0" cy="0"/>
        </a:xfrm>
      </p:grpSpPr>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428625" y="530715"/>
            <a:ext cx="6766560" cy="1554480"/>
          </a:xfrm>
        </p:spPr>
        <p:txBody>
          <a:bodyPr anchor="b"/>
          <a:lstStyle>
            <a:lvl1pPr>
              <a:spcAft>
                <a:spcPts val="300"/>
              </a:spcAft>
              <a:defRPr lang="en-US" sz="4400" kern="1200" dirty="0">
                <a:solidFill>
                  <a:schemeClr val="bg1"/>
                </a:solidFill>
                <a:latin typeface="+mj-lt"/>
                <a:ea typeface="+mn-ea"/>
                <a:cs typeface="+mn-cs"/>
              </a:defRPr>
            </a:lvl1pPr>
          </a:lstStyle>
          <a:p>
            <a:r>
              <a:rPr lang="en-US"/>
              <a:t>Presentation title</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428625" y="2082422"/>
            <a:ext cx="6766560" cy="1216152"/>
          </a:xfrm>
        </p:spPr>
        <p:txBody>
          <a:bodyPr/>
          <a:lstStyle>
            <a:lvl1pPr marL="0" indent="0">
              <a:buNone/>
              <a:defRPr sz="3200">
                <a:solidFill>
                  <a:srgbClr val="3DC7FF"/>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Subtitle</a:t>
            </a:r>
          </a:p>
        </p:txBody>
      </p:sp>
      <p:sp>
        <p:nvSpPr>
          <p:cNvPr id="12" name="Text Placeholder 9">
            <a:extLst>
              <a:ext uri="{FF2B5EF4-FFF2-40B4-BE49-F238E27FC236}">
                <a16:creationId xmlns:a16="http://schemas.microsoft.com/office/drawing/2014/main" id="{7D2D5D63-E8BA-926E-F60F-3C489D1CF733}"/>
              </a:ext>
            </a:extLst>
          </p:cNvPr>
          <p:cNvSpPr>
            <a:spLocks noGrp="1"/>
          </p:cNvSpPr>
          <p:nvPr>
            <p:ph type="body" sz="quarter" idx="15" hasCustomPrompt="1"/>
          </p:nvPr>
        </p:nvSpPr>
        <p:spPr>
          <a:xfrm>
            <a:off x="428625" y="4765675"/>
            <a:ext cx="3995928" cy="969264"/>
          </a:xfrm>
        </p:spPr>
        <p:txBody>
          <a:bodyPr/>
          <a:lstStyle>
            <a:lvl1pPr marL="0" indent="0">
              <a:buNone/>
              <a:defRPr lang="en-US" sz="1800" kern="1200" dirty="0">
                <a:solidFill>
                  <a:schemeClr val="bg1"/>
                </a:solidFill>
                <a:latin typeface="+mn-lt"/>
                <a:ea typeface="+mn-ea"/>
                <a:cs typeface="+mn-cs"/>
              </a:defRPr>
            </a:lvl1pPr>
          </a:lstStyle>
          <a:p>
            <a:pPr lvl="0"/>
            <a:r>
              <a:rPr lang="en-US"/>
              <a:t>Date</a:t>
            </a:r>
          </a:p>
        </p:txBody>
      </p:sp>
      <p:sp>
        <p:nvSpPr>
          <p:cNvPr id="2" name="Picture Placeholder 13">
            <a:extLst>
              <a:ext uri="{FF2B5EF4-FFF2-40B4-BE49-F238E27FC236}">
                <a16:creationId xmlns:a16="http://schemas.microsoft.com/office/drawing/2014/main" id="{501943B5-D1D2-69D4-5C65-807D37387FC8}"/>
              </a:ext>
            </a:extLst>
          </p:cNvPr>
          <p:cNvSpPr>
            <a:spLocks noGrp="1"/>
          </p:cNvSpPr>
          <p:nvPr>
            <p:ph type="pic" sz="quarter" idx="12"/>
          </p:nvPr>
        </p:nvSpPr>
        <p:spPr>
          <a:xfrm>
            <a:off x="7394575" y="0"/>
            <a:ext cx="4797425" cy="6858000"/>
          </a:xfrm>
        </p:spPr>
        <p:txBody>
          <a:bodyPr tIns="914400" bIns="0" anchor="ctr"/>
          <a:lstStyle>
            <a:lvl1pPr marL="0" indent="0" algn="ctr">
              <a:buNone/>
              <a:defRPr>
                <a:solidFill>
                  <a:schemeClr val="bg1"/>
                </a:solidFill>
              </a:defRPr>
            </a:lvl1pPr>
          </a:lstStyle>
          <a:p>
            <a:r>
              <a:rPr lang="en-US"/>
              <a:t>Click icon to add picture</a:t>
            </a:r>
          </a:p>
        </p:txBody>
      </p:sp>
      <p:pic>
        <p:nvPicPr>
          <p:cNvPr id="3" name="Graphic 2">
            <a:extLst>
              <a:ext uri="{FF2B5EF4-FFF2-40B4-BE49-F238E27FC236}">
                <a16:creationId xmlns:a16="http://schemas.microsoft.com/office/drawing/2014/main" id="{B18DB1D5-5FA2-F839-5AE0-A3CFBD44F9E5}"/>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964320" y="3429000"/>
            <a:ext cx="3429000" cy="3429000"/>
          </a:xfrm>
          <a:prstGeom prst="rect">
            <a:avLst/>
          </a:prstGeom>
        </p:spPr>
      </p:pic>
    </p:spTree>
    <p:extLst>
      <p:ext uri="{BB962C8B-B14F-4D97-AF65-F5344CB8AC3E}">
        <p14:creationId xmlns:p14="http://schemas.microsoft.com/office/powerpoint/2010/main" val="22484723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Atos/Client logo">
    <p:bg>
      <p:bgPr>
        <a:solidFill>
          <a:schemeClr val="accent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52CDB108-6598-0C55-80C9-43F0EA8BD0C4}"/>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flipV="1">
            <a:off x="6588030" y="0"/>
            <a:ext cx="4884392" cy="4884392"/>
          </a:xfrm>
          <a:prstGeom prst="rect">
            <a:avLst/>
          </a:prstGeom>
        </p:spPr>
      </p:pic>
      <p:pic>
        <p:nvPicPr>
          <p:cNvPr id="8" name="Graphic 7">
            <a:extLst>
              <a:ext uri="{FF2B5EF4-FFF2-40B4-BE49-F238E27FC236}">
                <a16:creationId xmlns:a16="http://schemas.microsoft.com/office/drawing/2014/main" id="{708434B2-C000-651C-6DD8-76477D020A49}"/>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b="59594"/>
          <a:stretch/>
        </p:blipFill>
        <p:spPr>
          <a:xfrm>
            <a:off x="1703638" y="4884393"/>
            <a:ext cx="4884392" cy="1973607"/>
          </a:xfrm>
          <a:prstGeom prst="rect">
            <a:avLst/>
          </a:prstGeom>
        </p:spPr>
      </p:pic>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428625" y="530715"/>
            <a:ext cx="6766560" cy="1554480"/>
          </a:xfrm>
        </p:spPr>
        <p:txBody>
          <a:bodyPr anchor="b"/>
          <a:lstStyle>
            <a:lvl1pPr>
              <a:spcAft>
                <a:spcPts val="300"/>
              </a:spcAft>
              <a:defRPr lang="en-US" sz="4400" kern="1200" dirty="0">
                <a:solidFill>
                  <a:schemeClr val="bg1"/>
                </a:solidFill>
                <a:latin typeface="+mj-lt"/>
                <a:ea typeface="+mn-ea"/>
                <a:cs typeface="+mn-cs"/>
              </a:defRPr>
            </a:lvl1pPr>
          </a:lstStyle>
          <a:p>
            <a:r>
              <a:rPr lang="en-US"/>
              <a:t>Presentation title</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428625" y="2082422"/>
            <a:ext cx="6766560" cy="1216152"/>
          </a:xfrm>
        </p:spPr>
        <p:txBody>
          <a:bodyPr/>
          <a:lstStyle>
            <a:lvl1pPr marL="0" indent="0">
              <a:buNone/>
              <a:defRPr sz="3200">
                <a:solidFill>
                  <a:schemeClr val="accent3"/>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Subtitle</a:t>
            </a:r>
          </a:p>
        </p:txBody>
      </p:sp>
      <p:sp>
        <p:nvSpPr>
          <p:cNvPr id="12" name="Text Placeholder 9">
            <a:extLst>
              <a:ext uri="{FF2B5EF4-FFF2-40B4-BE49-F238E27FC236}">
                <a16:creationId xmlns:a16="http://schemas.microsoft.com/office/drawing/2014/main" id="{7D2D5D63-E8BA-926E-F60F-3C489D1CF733}"/>
              </a:ext>
            </a:extLst>
          </p:cNvPr>
          <p:cNvSpPr>
            <a:spLocks noGrp="1"/>
          </p:cNvSpPr>
          <p:nvPr>
            <p:ph type="body" sz="quarter" idx="15" hasCustomPrompt="1"/>
          </p:nvPr>
        </p:nvSpPr>
        <p:spPr>
          <a:xfrm>
            <a:off x="428625" y="4765675"/>
            <a:ext cx="3995928" cy="969264"/>
          </a:xfrm>
        </p:spPr>
        <p:txBody>
          <a:bodyPr/>
          <a:lstStyle>
            <a:lvl1pPr marL="0" indent="0">
              <a:buNone/>
              <a:defRPr lang="en-US" sz="1800" kern="1200" dirty="0">
                <a:solidFill>
                  <a:schemeClr val="bg1"/>
                </a:solidFill>
                <a:latin typeface="+mn-lt"/>
                <a:ea typeface="+mn-ea"/>
                <a:cs typeface="+mn-cs"/>
              </a:defRPr>
            </a:lvl1pPr>
          </a:lstStyle>
          <a:p>
            <a:pPr lvl="0"/>
            <a:r>
              <a:rPr lang="en-US"/>
              <a:t>Date</a:t>
            </a:r>
          </a:p>
        </p:txBody>
      </p:sp>
      <p:sp>
        <p:nvSpPr>
          <p:cNvPr id="2" name="Graphique 10">
            <a:extLst>
              <a:ext uri="{FF2B5EF4-FFF2-40B4-BE49-F238E27FC236}">
                <a16:creationId xmlns:a16="http://schemas.microsoft.com/office/drawing/2014/main" id="{4EAE2C9A-6617-E131-E7DC-EDB5219632CC}"/>
              </a:ext>
            </a:extLst>
          </p:cNvPr>
          <p:cNvSpPr>
            <a:spLocks noChangeAspect="1"/>
          </p:cNvSpPr>
          <p:nvPr userDrawn="1"/>
        </p:nvSpPr>
        <p:spPr>
          <a:xfrm>
            <a:off x="8202302" y="6024696"/>
            <a:ext cx="1582715" cy="48397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Tree>
    <p:extLst>
      <p:ext uri="{BB962C8B-B14F-4D97-AF65-F5344CB8AC3E}">
        <p14:creationId xmlns:p14="http://schemas.microsoft.com/office/powerpoint/2010/main" val="8286244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sz="3600">
                <a:solidFill>
                  <a:schemeClr val="accent3"/>
                </a:solidFill>
              </a:defRPr>
            </a:lvl1pPr>
          </a:lstStyle>
          <a:p>
            <a:r>
              <a:rPr lang="en-US"/>
              <a:t>Contents</a:t>
            </a:r>
          </a:p>
        </p:txBody>
      </p:sp>
      <p:sp>
        <p:nvSpPr>
          <p:cNvPr id="15" name="Text Placeholder 6">
            <a:extLst>
              <a:ext uri="{FF2B5EF4-FFF2-40B4-BE49-F238E27FC236}">
                <a16:creationId xmlns:a16="http://schemas.microsoft.com/office/drawing/2014/main" id="{EB2A93CD-4E60-C2E9-EE37-CFC445B9D364}"/>
              </a:ext>
            </a:extLst>
          </p:cNvPr>
          <p:cNvSpPr>
            <a:spLocks noGrp="1"/>
          </p:cNvSpPr>
          <p:nvPr>
            <p:ph type="body" sz="quarter" idx="10" hasCustomPrompt="1"/>
          </p:nvPr>
        </p:nvSpPr>
        <p:spPr>
          <a:xfrm>
            <a:off x="2954745" y="1446366"/>
            <a:ext cx="8811804" cy="4630583"/>
          </a:xfrm>
        </p:spPr>
        <p:txBody>
          <a:bodyPr wrap="none">
            <a:noAutofit/>
          </a:bodyPr>
          <a:lstStyle>
            <a:lvl1pPr marL="457200" indent="-457200" algn="l">
              <a:spcAft>
                <a:spcPts val="6000"/>
              </a:spcAft>
              <a:buClr>
                <a:schemeClr val="accent1"/>
              </a:buClr>
              <a:buFont typeface="+mj-lt"/>
              <a:buAutoNum type="arabicPeriod"/>
              <a:tabLst>
                <a:tab pos="8805672" algn="r"/>
              </a:tabLst>
              <a:defRPr sz="2400">
                <a:solidFill>
                  <a:schemeClr val="accent3"/>
                </a:solidFill>
                <a:latin typeface="+mj-lt"/>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a:t>Chapter title example	00</a:t>
            </a:r>
          </a:p>
          <a:p>
            <a:pPr lvl="0"/>
            <a:r>
              <a:rPr lang="en-US"/>
              <a:t>Chapter title example	00</a:t>
            </a:r>
          </a:p>
          <a:p>
            <a:pPr marL="457200" marR="0" lvl="0" indent="-457200" algn="l" defTabSz="914400" rtl="0" eaLnBrk="1" fontAlgn="auto" latinLnBrk="0" hangingPunct="1">
              <a:lnSpc>
                <a:spcPct val="100000"/>
              </a:lnSpc>
              <a:spcBef>
                <a:spcPts val="0"/>
              </a:spcBef>
              <a:spcAft>
                <a:spcPts val="6000"/>
              </a:spcAft>
              <a:buClr>
                <a:schemeClr val="accent1"/>
              </a:buClr>
              <a:buSzTx/>
              <a:buFont typeface="+mj-lt"/>
              <a:buAutoNum type="arabicPeriod"/>
              <a:tabLst>
                <a:tab pos="8805672" algn="r"/>
              </a:tabLst>
              <a:defRPr/>
            </a:pPr>
            <a:r>
              <a:rPr lang="en-US"/>
              <a:t>Chapter title example	00</a:t>
            </a:r>
          </a:p>
          <a:p>
            <a:pPr marL="457200" marR="0" lvl="0" indent="-457200" algn="l" defTabSz="914400" rtl="0" eaLnBrk="1" fontAlgn="auto" latinLnBrk="0" hangingPunct="1">
              <a:lnSpc>
                <a:spcPct val="100000"/>
              </a:lnSpc>
              <a:spcBef>
                <a:spcPts val="0"/>
              </a:spcBef>
              <a:spcAft>
                <a:spcPts val="6000"/>
              </a:spcAft>
              <a:buClr>
                <a:schemeClr val="accent1"/>
              </a:buClr>
              <a:buSzTx/>
              <a:buFont typeface="+mj-lt"/>
              <a:buAutoNum type="arabicPeriod"/>
              <a:tabLst>
                <a:tab pos="8805672" algn="r"/>
              </a:tabLst>
              <a:defRPr/>
            </a:pPr>
            <a:r>
              <a:rPr lang="en-US"/>
              <a:t>Chapter title example	00</a:t>
            </a:r>
          </a:p>
        </p:txBody>
      </p:sp>
      <p:sp>
        <p:nvSpPr>
          <p:cNvPr id="4" name="Slide Number Placeholder 5">
            <a:extLst>
              <a:ext uri="{FF2B5EF4-FFF2-40B4-BE49-F238E27FC236}">
                <a16:creationId xmlns:a16="http://schemas.microsoft.com/office/drawing/2014/main" id="{26BB2E32-37FB-AE7E-618C-B4D4A78DA92E}"/>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a:t>
            </a:fld>
            <a:endParaRPr lang="nl-NL"/>
          </a:p>
        </p:txBody>
      </p:sp>
      <p:pic>
        <p:nvPicPr>
          <p:cNvPr id="14" name="Graphic 13">
            <a:extLst>
              <a:ext uri="{FF2B5EF4-FFF2-40B4-BE49-F238E27FC236}">
                <a16:creationId xmlns:a16="http://schemas.microsoft.com/office/drawing/2014/main" id="{F2588EFC-544B-492D-10E8-E969C9B1A617}"/>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16200000">
            <a:off x="1117917" y="1285493"/>
            <a:ext cx="1545853" cy="1545853"/>
          </a:xfrm>
          <a:prstGeom prst="rect">
            <a:avLst/>
          </a:prstGeom>
        </p:spPr>
      </p:pic>
    </p:spTree>
    <p:extLst>
      <p:ext uri="{BB962C8B-B14F-4D97-AF65-F5344CB8AC3E}">
        <p14:creationId xmlns:p14="http://schemas.microsoft.com/office/powerpoint/2010/main" val="4076358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sz="3600">
                <a:solidFill>
                  <a:schemeClr val="accent3"/>
                </a:solidFill>
              </a:defRPr>
            </a:lvl1pPr>
          </a:lstStyle>
          <a:p>
            <a:r>
              <a:rPr lang="en-US"/>
              <a:t>Contents</a:t>
            </a:r>
          </a:p>
        </p:txBody>
      </p:sp>
      <p:cxnSp>
        <p:nvCxnSpPr>
          <p:cNvPr id="38" name="Straight Connector 37">
            <a:extLst>
              <a:ext uri="{FF2B5EF4-FFF2-40B4-BE49-F238E27FC236}">
                <a16:creationId xmlns:a16="http://schemas.microsoft.com/office/drawing/2014/main" id="{0349E7EF-452F-CD72-A15B-A271646B001D}"/>
              </a:ext>
            </a:extLst>
          </p:cNvPr>
          <p:cNvCxnSpPr>
            <a:cxnSpLocks/>
          </p:cNvCxnSpPr>
          <p:nvPr userDrawn="1"/>
        </p:nvCxnSpPr>
        <p:spPr>
          <a:xfrm>
            <a:off x="6084424" y="1446367"/>
            <a:ext cx="0" cy="4630583"/>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0" name="Slide Number Placeholder 5">
            <a:extLst>
              <a:ext uri="{FF2B5EF4-FFF2-40B4-BE49-F238E27FC236}">
                <a16:creationId xmlns:a16="http://schemas.microsoft.com/office/drawing/2014/main" id="{73BB667A-B847-58CB-E129-3219597AE696}"/>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a:t>
            </a:fld>
            <a:endParaRPr lang="nl-NL"/>
          </a:p>
        </p:txBody>
      </p:sp>
      <p:sp>
        <p:nvSpPr>
          <p:cNvPr id="3" name="Text Placeholder 6">
            <a:extLst>
              <a:ext uri="{FF2B5EF4-FFF2-40B4-BE49-F238E27FC236}">
                <a16:creationId xmlns:a16="http://schemas.microsoft.com/office/drawing/2014/main" id="{1A11519D-0BCC-29ED-F52C-BE75957A7A56}"/>
              </a:ext>
            </a:extLst>
          </p:cNvPr>
          <p:cNvSpPr>
            <a:spLocks noGrp="1"/>
          </p:cNvSpPr>
          <p:nvPr>
            <p:ph type="body" sz="quarter" idx="10" hasCustomPrompt="1"/>
          </p:nvPr>
        </p:nvSpPr>
        <p:spPr>
          <a:xfrm>
            <a:off x="428624" y="1446367"/>
            <a:ext cx="11337925" cy="4630583"/>
          </a:xfrm>
        </p:spPr>
        <p:txBody>
          <a:bodyPr wrap="none" numCol="2" spcCol="457200">
            <a:noAutofit/>
          </a:bodyPr>
          <a:lstStyle>
            <a:lvl1pPr marL="365760" indent="-365760" algn="l">
              <a:spcAft>
                <a:spcPts val="6000"/>
              </a:spcAft>
              <a:buClr>
                <a:schemeClr val="accent1"/>
              </a:buClr>
              <a:buFont typeface="+mj-lt"/>
              <a:buAutoNum type="arabicPeriod"/>
              <a:tabLst>
                <a:tab pos="5567363" algn="r"/>
              </a:tabLst>
              <a:defRPr sz="2400">
                <a:solidFill>
                  <a:schemeClr val="accent3"/>
                </a:solidFill>
                <a:latin typeface="+mj-lt"/>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a:t>Chapter title example	00</a:t>
            </a:r>
          </a:p>
          <a:p>
            <a:pPr lvl="0"/>
            <a:r>
              <a:rPr lang="en-US"/>
              <a:t>Chapter title example	00</a:t>
            </a:r>
          </a:p>
          <a:p>
            <a:pPr lvl="0"/>
            <a:r>
              <a:rPr lang="en-US"/>
              <a:t>Chapter title example	00</a:t>
            </a:r>
          </a:p>
          <a:p>
            <a:pPr lvl="0"/>
            <a:r>
              <a:rPr lang="en-US"/>
              <a:t>Chapter title example	00</a:t>
            </a:r>
          </a:p>
          <a:p>
            <a:pPr lvl="0"/>
            <a:endParaRPr lang="en-US"/>
          </a:p>
          <a:p>
            <a:pPr lvl="0"/>
            <a:r>
              <a:rPr lang="en-US"/>
              <a:t>Chapter title example	00</a:t>
            </a:r>
          </a:p>
          <a:p>
            <a:pPr lvl="0"/>
            <a:r>
              <a:rPr lang="en-US"/>
              <a:t>Chapter title example	00</a:t>
            </a:r>
          </a:p>
          <a:p>
            <a:pPr lvl="0"/>
            <a:r>
              <a:rPr lang="en-US"/>
              <a:t>Chapter title example	00</a:t>
            </a:r>
          </a:p>
          <a:p>
            <a:pPr lvl="0"/>
            <a:r>
              <a:rPr lang="en-US"/>
              <a:t>Chapter title example	00</a:t>
            </a:r>
          </a:p>
        </p:txBody>
      </p:sp>
    </p:spTree>
    <p:extLst>
      <p:ext uri="{BB962C8B-B14F-4D97-AF65-F5344CB8AC3E}">
        <p14:creationId xmlns:p14="http://schemas.microsoft.com/office/powerpoint/2010/main" val="29308420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3" name="Content Placeholder 2">
            <a:extLst>
              <a:ext uri="{FF2B5EF4-FFF2-40B4-BE49-F238E27FC236}">
                <a16:creationId xmlns:a16="http://schemas.microsoft.com/office/drawing/2014/main" id="{910954B3-5AD1-D4D0-8177-5CCD13F90ACB}"/>
              </a:ext>
            </a:extLst>
          </p:cNvPr>
          <p:cNvSpPr>
            <a:spLocks noGrp="1"/>
          </p:cNvSpPr>
          <p:nvPr>
            <p:ph idx="1" hasCustomPrompt="1"/>
          </p:nvPr>
        </p:nvSpPr>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5" name="Slide Number Placeholder 5">
            <a:extLst>
              <a:ext uri="{FF2B5EF4-FFF2-40B4-BE49-F238E27FC236}">
                <a16:creationId xmlns:a16="http://schemas.microsoft.com/office/drawing/2014/main" id="{E7BCF086-E0BB-3B67-3C11-E0716AC53D0A}"/>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37487399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F3CABA1F-8D00-5959-2A0D-477B4EF70235}"/>
              </a:ext>
              <a:ext uri="{C183D7F6-B498-43B3-948B-1728B52AA6E4}">
                <adec:decorative xmlns:adec="http://schemas.microsoft.com/office/drawing/2017/decorative" val="1"/>
              </a:ext>
            </a:extLst>
          </p:cNvPr>
          <p:cNvGrpSpPr/>
          <p:nvPr userDrawn="1"/>
        </p:nvGrpSpPr>
        <p:grpSpPr>
          <a:xfrm>
            <a:off x="9222475" y="3888475"/>
            <a:ext cx="2969526" cy="2969525"/>
            <a:chOff x="9222475" y="3888475"/>
            <a:chExt cx="2969526" cy="2969525"/>
          </a:xfrm>
          <a:solidFill>
            <a:schemeClr val="accent1"/>
          </a:solidFill>
        </p:grpSpPr>
        <p:pic>
          <p:nvPicPr>
            <p:cNvPr id="7" name="Graphic 6">
              <a:extLst>
                <a:ext uri="{FF2B5EF4-FFF2-40B4-BE49-F238E27FC236}">
                  <a16:creationId xmlns:a16="http://schemas.microsoft.com/office/drawing/2014/main" id="{3BE2DACD-A6E3-A318-9A8E-77CF05B0977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a:off x="10707238" y="3888475"/>
              <a:ext cx="1484763" cy="1484763"/>
            </a:xfrm>
            <a:prstGeom prst="rect">
              <a:avLst/>
            </a:prstGeom>
          </p:spPr>
        </p:pic>
        <p:pic>
          <p:nvPicPr>
            <p:cNvPr id="9" name="Graphic 8">
              <a:extLst>
                <a:ext uri="{FF2B5EF4-FFF2-40B4-BE49-F238E27FC236}">
                  <a16:creationId xmlns:a16="http://schemas.microsoft.com/office/drawing/2014/main" id="{2BBDCAB2-6892-FE15-39FD-82F446E80D8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222475" y="5373237"/>
              <a:ext cx="1484763" cy="1484763"/>
            </a:xfrm>
            <a:prstGeom prst="rect">
              <a:avLst/>
            </a:prstGeom>
          </p:spPr>
        </p:pic>
      </p:grpSp>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4" name="Content Placeholder 2">
            <a:extLst>
              <a:ext uri="{FF2B5EF4-FFF2-40B4-BE49-F238E27FC236}">
                <a16:creationId xmlns:a16="http://schemas.microsoft.com/office/drawing/2014/main" id="{6DD5DB93-121A-B297-E6DD-9478830F772D}"/>
              </a:ext>
            </a:extLst>
          </p:cNvPr>
          <p:cNvSpPr>
            <a:spLocks noGrp="1"/>
          </p:cNvSpPr>
          <p:nvPr>
            <p:ph idx="1" hasCustomPrompt="1"/>
          </p:nvPr>
        </p:nvSpPr>
        <p:spPr>
          <a:xfrm>
            <a:off x="428624" y="1446212"/>
            <a:ext cx="11337926" cy="4630737"/>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5" name="Slide Number Placeholder 5">
            <a:extLst>
              <a:ext uri="{FF2B5EF4-FFF2-40B4-BE49-F238E27FC236}">
                <a16:creationId xmlns:a16="http://schemas.microsoft.com/office/drawing/2014/main" id="{BDE734DA-A69E-9628-9005-8E3F6FFEB9D9}"/>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5899984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6" name="Content Placeholder 2">
            <a:extLst>
              <a:ext uri="{FF2B5EF4-FFF2-40B4-BE49-F238E27FC236}">
                <a16:creationId xmlns:a16="http://schemas.microsoft.com/office/drawing/2014/main" id="{F942A06E-E4C7-D3E8-BDED-EF771CB11DC7}"/>
              </a:ext>
            </a:extLst>
          </p:cNvPr>
          <p:cNvSpPr>
            <a:spLocks noGrp="1"/>
          </p:cNvSpPr>
          <p:nvPr>
            <p:ph idx="1" hasCustomPrompt="1"/>
          </p:nvPr>
        </p:nvSpPr>
        <p:spPr>
          <a:xfrm>
            <a:off x="428624" y="1446212"/>
            <a:ext cx="11337926" cy="4630737"/>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5" name="Slide Number Placeholder 5">
            <a:extLst>
              <a:ext uri="{FF2B5EF4-FFF2-40B4-BE49-F238E27FC236}">
                <a16:creationId xmlns:a16="http://schemas.microsoft.com/office/drawing/2014/main" id="{BDE734DA-A69E-9628-9005-8E3F6FFEB9D9}"/>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a:t>
            </a:fld>
            <a:endParaRPr lang="nl-NL"/>
          </a:p>
        </p:txBody>
      </p:sp>
      <p:grpSp>
        <p:nvGrpSpPr>
          <p:cNvPr id="4" name="Group 3">
            <a:extLst>
              <a:ext uri="{FF2B5EF4-FFF2-40B4-BE49-F238E27FC236}">
                <a16:creationId xmlns:a16="http://schemas.microsoft.com/office/drawing/2014/main" id="{B272B4DF-76DC-9537-2195-0E94F371120D}"/>
              </a:ext>
              <a:ext uri="{C183D7F6-B498-43B3-948B-1728B52AA6E4}">
                <adec:decorative xmlns:adec="http://schemas.microsoft.com/office/drawing/2017/decorative" val="1"/>
              </a:ext>
            </a:extLst>
          </p:cNvPr>
          <p:cNvGrpSpPr/>
          <p:nvPr userDrawn="1"/>
        </p:nvGrpSpPr>
        <p:grpSpPr>
          <a:xfrm>
            <a:off x="9222475" y="3888475"/>
            <a:ext cx="2969526" cy="2969525"/>
            <a:chOff x="9222475" y="3888475"/>
            <a:chExt cx="2969526" cy="2969525"/>
          </a:xfrm>
          <a:solidFill>
            <a:schemeClr val="accent5"/>
          </a:solidFill>
        </p:grpSpPr>
        <p:pic>
          <p:nvPicPr>
            <p:cNvPr id="7" name="Graphic 6">
              <a:extLst>
                <a:ext uri="{FF2B5EF4-FFF2-40B4-BE49-F238E27FC236}">
                  <a16:creationId xmlns:a16="http://schemas.microsoft.com/office/drawing/2014/main" id="{3BE2DACD-A6E3-A318-9A8E-77CF05B0977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a:off x="10707238" y="3888475"/>
              <a:ext cx="1484763" cy="1484763"/>
            </a:xfrm>
            <a:prstGeom prst="rect">
              <a:avLst/>
            </a:prstGeom>
          </p:spPr>
        </p:pic>
        <p:pic>
          <p:nvPicPr>
            <p:cNvPr id="9" name="Graphic 8">
              <a:extLst>
                <a:ext uri="{FF2B5EF4-FFF2-40B4-BE49-F238E27FC236}">
                  <a16:creationId xmlns:a16="http://schemas.microsoft.com/office/drawing/2014/main" id="{2BBDCAB2-6892-FE15-39FD-82F446E80D8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222475" y="5373237"/>
              <a:ext cx="1484763" cy="1484763"/>
            </a:xfrm>
            <a:prstGeom prst="rect">
              <a:avLst/>
            </a:prstGeom>
          </p:spPr>
        </p:pic>
      </p:grpSp>
    </p:spTree>
    <p:extLst>
      <p:ext uri="{BB962C8B-B14F-4D97-AF65-F5344CB8AC3E}">
        <p14:creationId xmlns:p14="http://schemas.microsoft.com/office/powerpoint/2010/main" val="4433225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4" name="Content Placeholder 2">
            <a:extLst>
              <a:ext uri="{FF2B5EF4-FFF2-40B4-BE49-F238E27FC236}">
                <a16:creationId xmlns:a16="http://schemas.microsoft.com/office/drawing/2014/main" id="{2C2E77BA-4420-33FD-4703-B3C9B3709560}"/>
              </a:ext>
            </a:extLst>
          </p:cNvPr>
          <p:cNvSpPr>
            <a:spLocks noGrp="1"/>
          </p:cNvSpPr>
          <p:nvPr>
            <p:ph idx="11" hasCustomPrompt="1"/>
          </p:nvPr>
        </p:nvSpPr>
        <p:spPr>
          <a:xfrm>
            <a:off x="3384645" y="1446212"/>
            <a:ext cx="8381904" cy="4630737"/>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5" name="Slide Number Placeholder 5">
            <a:extLst>
              <a:ext uri="{FF2B5EF4-FFF2-40B4-BE49-F238E27FC236}">
                <a16:creationId xmlns:a16="http://schemas.microsoft.com/office/drawing/2014/main" id="{BDE734DA-A69E-9628-9005-8E3F6FFEB9D9}"/>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a:t>
            </a:fld>
            <a:endParaRPr lang="nl-NL"/>
          </a:p>
        </p:txBody>
      </p:sp>
      <p:grpSp>
        <p:nvGrpSpPr>
          <p:cNvPr id="12" name="Group 11">
            <a:extLst>
              <a:ext uri="{FF2B5EF4-FFF2-40B4-BE49-F238E27FC236}">
                <a16:creationId xmlns:a16="http://schemas.microsoft.com/office/drawing/2014/main" id="{29B04704-D297-7EBA-4063-575F9A18AE97}"/>
              </a:ext>
              <a:ext uri="{C183D7F6-B498-43B3-948B-1728B52AA6E4}">
                <adec:decorative xmlns:adec="http://schemas.microsoft.com/office/drawing/2017/decorative" val="1"/>
              </a:ext>
            </a:extLst>
          </p:cNvPr>
          <p:cNvGrpSpPr/>
          <p:nvPr userDrawn="1"/>
        </p:nvGrpSpPr>
        <p:grpSpPr>
          <a:xfrm>
            <a:off x="-1" y="1454680"/>
            <a:ext cx="3226526" cy="4616810"/>
            <a:chOff x="-1" y="1454680"/>
            <a:chExt cx="3226526" cy="4616810"/>
          </a:xfrm>
        </p:grpSpPr>
        <p:pic>
          <p:nvPicPr>
            <p:cNvPr id="10" name="Graphic 9">
              <a:extLst>
                <a:ext uri="{FF2B5EF4-FFF2-40B4-BE49-F238E27FC236}">
                  <a16:creationId xmlns:a16="http://schemas.microsoft.com/office/drawing/2014/main" id="{E2A83B14-DFD2-B90C-6387-CBF520E30DC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16200000" flipH="1">
              <a:off x="918119" y="1454679"/>
              <a:ext cx="2308406" cy="2308407"/>
            </a:xfrm>
            <a:prstGeom prst="rect">
              <a:avLst/>
            </a:prstGeom>
          </p:spPr>
        </p:pic>
        <p:pic>
          <p:nvPicPr>
            <p:cNvPr id="11" name="Graphic 10">
              <a:extLst>
                <a:ext uri="{FF2B5EF4-FFF2-40B4-BE49-F238E27FC236}">
                  <a16:creationId xmlns:a16="http://schemas.microsoft.com/office/drawing/2014/main" id="{6816DF95-FC03-CC86-B8D8-20652505E240}"/>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r="60227"/>
            <a:stretch/>
          </p:blipFill>
          <p:spPr>
            <a:xfrm rot="10800000">
              <a:off x="-1" y="3763084"/>
              <a:ext cx="918119" cy="2308406"/>
            </a:xfrm>
            <a:prstGeom prst="rect">
              <a:avLst/>
            </a:prstGeom>
          </p:spPr>
        </p:pic>
      </p:grpSp>
    </p:spTree>
    <p:extLst>
      <p:ext uri="{BB962C8B-B14F-4D97-AF65-F5344CB8AC3E}">
        <p14:creationId xmlns:p14="http://schemas.microsoft.com/office/powerpoint/2010/main" val="11908474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6" name="Content Placeholder 2">
            <a:extLst>
              <a:ext uri="{FF2B5EF4-FFF2-40B4-BE49-F238E27FC236}">
                <a16:creationId xmlns:a16="http://schemas.microsoft.com/office/drawing/2014/main" id="{0B12C593-773C-E67F-DB83-82BD217D311F}"/>
              </a:ext>
            </a:extLst>
          </p:cNvPr>
          <p:cNvSpPr>
            <a:spLocks noGrp="1"/>
          </p:cNvSpPr>
          <p:nvPr>
            <p:ph idx="11" hasCustomPrompt="1"/>
          </p:nvPr>
        </p:nvSpPr>
        <p:spPr>
          <a:xfrm>
            <a:off x="3384645" y="1446212"/>
            <a:ext cx="8381904" cy="4630737"/>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5" name="Slide Number Placeholder 5">
            <a:extLst>
              <a:ext uri="{FF2B5EF4-FFF2-40B4-BE49-F238E27FC236}">
                <a16:creationId xmlns:a16="http://schemas.microsoft.com/office/drawing/2014/main" id="{BDE734DA-A69E-9628-9005-8E3F6FFEB9D9}"/>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a:t>
            </a:fld>
            <a:endParaRPr lang="nl-NL"/>
          </a:p>
        </p:txBody>
      </p:sp>
      <p:grpSp>
        <p:nvGrpSpPr>
          <p:cNvPr id="7" name="Group 6">
            <a:extLst>
              <a:ext uri="{FF2B5EF4-FFF2-40B4-BE49-F238E27FC236}">
                <a16:creationId xmlns:a16="http://schemas.microsoft.com/office/drawing/2014/main" id="{F06DE2F9-7CCD-3A2F-30CC-C7D24C868994}"/>
              </a:ext>
              <a:ext uri="{C183D7F6-B498-43B3-948B-1728B52AA6E4}">
                <adec:decorative xmlns:adec="http://schemas.microsoft.com/office/drawing/2017/decorative" val="1"/>
              </a:ext>
            </a:extLst>
          </p:cNvPr>
          <p:cNvGrpSpPr/>
          <p:nvPr userDrawn="1"/>
        </p:nvGrpSpPr>
        <p:grpSpPr>
          <a:xfrm>
            <a:off x="-1" y="1454680"/>
            <a:ext cx="3226526" cy="4616810"/>
            <a:chOff x="-1" y="1454680"/>
            <a:chExt cx="3226526" cy="4616810"/>
          </a:xfrm>
        </p:grpSpPr>
        <p:pic>
          <p:nvPicPr>
            <p:cNvPr id="10" name="Graphic 9">
              <a:extLst>
                <a:ext uri="{FF2B5EF4-FFF2-40B4-BE49-F238E27FC236}">
                  <a16:creationId xmlns:a16="http://schemas.microsoft.com/office/drawing/2014/main" id="{E2A83B14-DFD2-B90C-6387-CBF520E30DC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16200000" flipH="1">
              <a:off x="918119" y="1454679"/>
              <a:ext cx="2308406" cy="2308407"/>
            </a:xfrm>
            <a:prstGeom prst="rect">
              <a:avLst/>
            </a:prstGeom>
          </p:spPr>
        </p:pic>
        <p:pic>
          <p:nvPicPr>
            <p:cNvPr id="4" name="Graphic 3">
              <a:extLst>
                <a:ext uri="{FF2B5EF4-FFF2-40B4-BE49-F238E27FC236}">
                  <a16:creationId xmlns:a16="http://schemas.microsoft.com/office/drawing/2014/main" id="{2628BD85-5B0A-7D0D-95ED-9672F51D74F6}"/>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r="60227"/>
            <a:stretch/>
          </p:blipFill>
          <p:spPr>
            <a:xfrm rot="10800000">
              <a:off x="-1" y="3763084"/>
              <a:ext cx="918119" cy="2308406"/>
            </a:xfrm>
            <a:prstGeom prst="rect">
              <a:avLst/>
            </a:prstGeom>
          </p:spPr>
        </p:pic>
      </p:grpSp>
    </p:spTree>
    <p:extLst>
      <p:ext uri="{BB962C8B-B14F-4D97-AF65-F5344CB8AC3E}">
        <p14:creationId xmlns:p14="http://schemas.microsoft.com/office/powerpoint/2010/main" val="18974128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4" name="Content Placeholder 2">
            <a:extLst>
              <a:ext uri="{FF2B5EF4-FFF2-40B4-BE49-F238E27FC236}">
                <a16:creationId xmlns:a16="http://schemas.microsoft.com/office/drawing/2014/main" id="{FB00E452-A8AB-FCA1-7196-432BABC0064A}"/>
              </a:ext>
            </a:extLst>
          </p:cNvPr>
          <p:cNvSpPr>
            <a:spLocks noGrp="1"/>
          </p:cNvSpPr>
          <p:nvPr>
            <p:ph idx="11" hasCustomPrompt="1"/>
          </p:nvPr>
        </p:nvSpPr>
        <p:spPr>
          <a:xfrm>
            <a:off x="2442950" y="1446212"/>
            <a:ext cx="9323600" cy="4630737"/>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5" name="Slide Number Placeholder 5">
            <a:extLst>
              <a:ext uri="{FF2B5EF4-FFF2-40B4-BE49-F238E27FC236}">
                <a16:creationId xmlns:a16="http://schemas.microsoft.com/office/drawing/2014/main" id="{BC708517-E931-5496-5E88-479ADB95C4CE}"/>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a:t>
            </a:fld>
            <a:endParaRPr lang="nl-NL"/>
          </a:p>
        </p:txBody>
      </p:sp>
      <p:pic>
        <p:nvPicPr>
          <p:cNvPr id="6" name="Graphic 5">
            <a:extLst>
              <a:ext uri="{FF2B5EF4-FFF2-40B4-BE49-F238E27FC236}">
                <a16:creationId xmlns:a16="http://schemas.microsoft.com/office/drawing/2014/main" id="{FA81C286-D88F-FCF8-3B7F-C2AFE17B6495}"/>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16200000">
            <a:off x="428624" y="1446213"/>
            <a:ext cx="1833350" cy="1833350"/>
          </a:xfrm>
          <a:prstGeom prst="rect">
            <a:avLst/>
          </a:prstGeom>
        </p:spPr>
      </p:pic>
    </p:spTree>
    <p:extLst>
      <p:ext uri="{BB962C8B-B14F-4D97-AF65-F5344CB8AC3E}">
        <p14:creationId xmlns:p14="http://schemas.microsoft.com/office/powerpoint/2010/main" val="39815653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4" name="Content Placeholder 2">
            <a:extLst>
              <a:ext uri="{FF2B5EF4-FFF2-40B4-BE49-F238E27FC236}">
                <a16:creationId xmlns:a16="http://schemas.microsoft.com/office/drawing/2014/main" id="{BF8EBD0A-DCBF-5697-AB86-E59F43E1D95B}"/>
              </a:ext>
            </a:extLst>
          </p:cNvPr>
          <p:cNvSpPr>
            <a:spLocks noGrp="1"/>
          </p:cNvSpPr>
          <p:nvPr>
            <p:ph idx="11" hasCustomPrompt="1"/>
          </p:nvPr>
        </p:nvSpPr>
        <p:spPr>
          <a:xfrm>
            <a:off x="2442950" y="1446212"/>
            <a:ext cx="9323600" cy="4630737"/>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5" name="Slide Number Placeholder 5">
            <a:extLst>
              <a:ext uri="{FF2B5EF4-FFF2-40B4-BE49-F238E27FC236}">
                <a16:creationId xmlns:a16="http://schemas.microsoft.com/office/drawing/2014/main" id="{BC708517-E931-5496-5E88-479ADB95C4CE}"/>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a:t>
            </a:fld>
            <a:endParaRPr lang="nl-NL"/>
          </a:p>
        </p:txBody>
      </p:sp>
      <p:pic>
        <p:nvPicPr>
          <p:cNvPr id="6" name="Graphic 5">
            <a:extLst>
              <a:ext uri="{FF2B5EF4-FFF2-40B4-BE49-F238E27FC236}">
                <a16:creationId xmlns:a16="http://schemas.microsoft.com/office/drawing/2014/main" id="{FA81C286-D88F-FCF8-3B7F-C2AFE17B6495}"/>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16200000">
            <a:off x="428624" y="1446213"/>
            <a:ext cx="1833350" cy="1833350"/>
          </a:xfrm>
          <a:prstGeom prst="rect">
            <a:avLst/>
          </a:prstGeom>
        </p:spPr>
      </p:pic>
    </p:spTree>
    <p:extLst>
      <p:ext uri="{BB962C8B-B14F-4D97-AF65-F5344CB8AC3E}">
        <p14:creationId xmlns:p14="http://schemas.microsoft.com/office/powerpoint/2010/main" val="1436997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4" name="Content Placeholder 2">
            <a:extLst>
              <a:ext uri="{FF2B5EF4-FFF2-40B4-BE49-F238E27FC236}">
                <a16:creationId xmlns:a16="http://schemas.microsoft.com/office/drawing/2014/main" id="{34DCFC9F-3888-3FE8-C62C-CCD59B04A97D}"/>
              </a:ext>
            </a:extLst>
          </p:cNvPr>
          <p:cNvSpPr>
            <a:spLocks noGrp="1"/>
          </p:cNvSpPr>
          <p:nvPr>
            <p:ph idx="11" hasCustomPrompt="1"/>
          </p:nvPr>
        </p:nvSpPr>
        <p:spPr>
          <a:xfrm>
            <a:off x="2442950" y="1446212"/>
            <a:ext cx="9323600" cy="4630737"/>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5" name="Slide Number Placeholder 5">
            <a:extLst>
              <a:ext uri="{FF2B5EF4-FFF2-40B4-BE49-F238E27FC236}">
                <a16:creationId xmlns:a16="http://schemas.microsoft.com/office/drawing/2014/main" id="{BC708517-E931-5496-5E88-479ADB95C4CE}"/>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a:t>
            </a:fld>
            <a:endParaRPr lang="nl-NL"/>
          </a:p>
        </p:txBody>
      </p:sp>
      <p:pic>
        <p:nvPicPr>
          <p:cNvPr id="6" name="Graphic 5">
            <a:extLst>
              <a:ext uri="{FF2B5EF4-FFF2-40B4-BE49-F238E27FC236}">
                <a16:creationId xmlns:a16="http://schemas.microsoft.com/office/drawing/2014/main" id="{FA81C286-D88F-FCF8-3B7F-C2AFE17B6495}"/>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28624" y="4243599"/>
            <a:ext cx="1833350" cy="1833350"/>
          </a:xfrm>
          <a:prstGeom prst="rect">
            <a:avLst/>
          </a:prstGeom>
        </p:spPr>
      </p:pic>
    </p:spTree>
    <p:extLst>
      <p:ext uri="{BB962C8B-B14F-4D97-AF65-F5344CB8AC3E}">
        <p14:creationId xmlns:p14="http://schemas.microsoft.com/office/powerpoint/2010/main" val="200438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4" name="Content Placeholder 2">
            <a:extLst>
              <a:ext uri="{FF2B5EF4-FFF2-40B4-BE49-F238E27FC236}">
                <a16:creationId xmlns:a16="http://schemas.microsoft.com/office/drawing/2014/main" id="{73135E85-701C-2A07-70DF-01ECB1643946}"/>
              </a:ext>
            </a:extLst>
          </p:cNvPr>
          <p:cNvSpPr>
            <a:spLocks noGrp="1"/>
          </p:cNvSpPr>
          <p:nvPr>
            <p:ph idx="11" hasCustomPrompt="1"/>
          </p:nvPr>
        </p:nvSpPr>
        <p:spPr>
          <a:xfrm>
            <a:off x="2442950" y="1446212"/>
            <a:ext cx="9323600" cy="4630737"/>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5" name="Slide Number Placeholder 5">
            <a:extLst>
              <a:ext uri="{FF2B5EF4-FFF2-40B4-BE49-F238E27FC236}">
                <a16:creationId xmlns:a16="http://schemas.microsoft.com/office/drawing/2014/main" id="{BC708517-E931-5496-5E88-479ADB95C4CE}"/>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a:t>
            </a:fld>
            <a:endParaRPr lang="nl-NL"/>
          </a:p>
        </p:txBody>
      </p:sp>
      <p:pic>
        <p:nvPicPr>
          <p:cNvPr id="6" name="Graphic 5">
            <a:extLst>
              <a:ext uri="{FF2B5EF4-FFF2-40B4-BE49-F238E27FC236}">
                <a16:creationId xmlns:a16="http://schemas.microsoft.com/office/drawing/2014/main" id="{FA81C286-D88F-FCF8-3B7F-C2AFE17B6495}"/>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28624" y="4243599"/>
            <a:ext cx="1833350" cy="1833350"/>
          </a:xfrm>
          <a:prstGeom prst="rect">
            <a:avLst/>
          </a:prstGeom>
        </p:spPr>
      </p:pic>
    </p:spTree>
    <p:extLst>
      <p:ext uri="{BB962C8B-B14F-4D97-AF65-F5344CB8AC3E}">
        <p14:creationId xmlns:p14="http://schemas.microsoft.com/office/powerpoint/2010/main" val="34586884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10">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74B83068-C3D7-CF06-D0DA-182E373A26EB}"/>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16200000">
            <a:off x="8729569" y="-14068"/>
            <a:ext cx="3490567" cy="3490567"/>
          </a:xfrm>
          <a:prstGeom prst="rect">
            <a:avLst/>
          </a:prstGeom>
        </p:spPr>
      </p:pic>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4" name="Content Placeholder 2">
            <a:extLst>
              <a:ext uri="{FF2B5EF4-FFF2-40B4-BE49-F238E27FC236}">
                <a16:creationId xmlns:a16="http://schemas.microsoft.com/office/drawing/2014/main" id="{EFFFDD0C-B234-E48F-1117-E71A1BF8BD15}"/>
              </a:ext>
            </a:extLst>
          </p:cNvPr>
          <p:cNvSpPr>
            <a:spLocks noGrp="1"/>
          </p:cNvSpPr>
          <p:nvPr>
            <p:ph idx="11" hasCustomPrompt="1"/>
          </p:nvPr>
        </p:nvSpPr>
        <p:spPr>
          <a:xfrm>
            <a:off x="428624" y="1446212"/>
            <a:ext cx="8442421" cy="4630737"/>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5" name="Slide Number Placeholder 5">
            <a:extLst>
              <a:ext uri="{FF2B5EF4-FFF2-40B4-BE49-F238E27FC236}">
                <a16:creationId xmlns:a16="http://schemas.microsoft.com/office/drawing/2014/main" id="{BDE734DA-A69E-9628-9005-8E3F6FFEB9D9}"/>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25427780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11">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74B83068-C3D7-CF06-D0DA-182E373A26EB}"/>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16200000">
            <a:off x="8729569" y="-14068"/>
            <a:ext cx="3490567" cy="3490567"/>
          </a:xfrm>
          <a:prstGeom prst="rect">
            <a:avLst/>
          </a:prstGeom>
        </p:spPr>
      </p:pic>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4" name="Content Placeholder 2">
            <a:extLst>
              <a:ext uri="{FF2B5EF4-FFF2-40B4-BE49-F238E27FC236}">
                <a16:creationId xmlns:a16="http://schemas.microsoft.com/office/drawing/2014/main" id="{0CA31D4C-9EC0-0FDC-B08E-7FAC603BC4A8}"/>
              </a:ext>
            </a:extLst>
          </p:cNvPr>
          <p:cNvSpPr>
            <a:spLocks noGrp="1"/>
          </p:cNvSpPr>
          <p:nvPr>
            <p:ph idx="11" hasCustomPrompt="1"/>
          </p:nvPr>
        </p:nvSpPr>
        <p:spPr>
          <a:xfrm>
            <a:off x="428624" y="1446212"/>
            <a:ext cx="8442421" cy="4630737"/>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5" name="Slide Number Placeholder 5">
            <a:extLst>
              <a:ext uri="{FF2B5EF4-FFF2-40B4-BE49-F238E27FC236}">
                <a16:creationId xmlns:a16="http://schemas.microsoft.com/office/drawing/2014/main" id="{BDE734DA-A69E-9628-9005-8E3F6FFEB9D9}"/>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30491828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3" name="Content Placeholder 2">
            <a:extLst>
              <a:ext uri="{FF2B5EF4-FFF2-40B4-BE49-F238E27FC236}">
                <a16:creationId xmlns:a16="http://schemas.microsoft.com/office/drawing/2014/main" id="{DE53F9C9-7BFC-1D24-B33A-98C5AEE75744}"/>
              </a:ext>
            </a:extLst>
          </p:cNvPr>
          <p:cNvSpPr>
            <a:spLocks noGrp="1"/>
          </p:cNvSpPr>
          <p:nvPr>
            <p:ph idx="11" hasCustomPrompt="1"/>
          </p:nvPr>
        </p:nvSpPr>
        <p:spPr>
          <a:xfrm>
            <a:off x="2197290" y="3084394"/>
            <a:ext cx="6680491" cy="2992555"/>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5" name="Slide Number Placeholder 5">
            <a:extLst>
              <a:ext uri="{FF2B5EF4-FFF2-40B4-BE49-F238E27FC236}">
                <a16:creationId xmlns:a16="http://schemas.microsoft.com/office/drawing/2014/main" id="{BDE734DA-A69E-9628-9005-8E3F6FFEB9D9}"/>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a:t>
            </a:fld>
            <a:endParaRPr lang="nl-NL"/>
          </a:p>
        </p:txBody>
      </p:sp>
      <p:pic>
        <p:nvPicPr>
          <p:cNvPr id="7" name="Graphic 6">
            <a:extLst>
              <a:ext uri="{FF2B5EF4-FFF2-40B4-BE49-F238E27FC236}">
                <a16:creationId xmlns:a16="http://schemas.microsoft.com/office/drawing/2014/main" id="{64AC1AE4-3636-2591-EBF8-5A2493285FC6}"/>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28624" y="1446213"/>
            <a:ext cx="2734491" cy="2734491"/>
          </a:xfrm>
          <a:prstGeom prst="rect">
            <a:avLst/>
          </a:prstGeom>
        </p:spPr>
      </p:pic>
      <p:pic>
        <p:nvPicPr>
          <p:cNvPr id="10" name="Graphic 9">
            <a:extLst>
              <a:ext uri="{FF2B5EF4-FFF2-40B4-BE49-F238E27FC236}">
                <a16:creationId xmlns:a16="http://schemas.microsoft.com/office/drawing/2014/main" id="{22501D31-6936-420C-ACFF-982A91913057}"/>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10800000">
            <a:off x="9038048" y="3342781"/>
            <a:ext cx="2734491" cy="2734491"/>
          </a:xfrm>
          <a:prstGeom prst="rect">
            <a:avLst/>
          </a:prstGeom>
        </p:spPr>
      </p:pic>
    </p:spTree>
    <p:extLst>
      <p:ext uri="{BB962C8B-B14F-4D97-AF65-F5344CB8AC3E}">
        <p14:creationId xmlns:p14="http://schemas.microsoft.com/office/powerpoint/2010/main" val="360005425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3" name="Content Placeholder 2">
            <a:extLst>
              <a:ext uri="{FF2B5EF4-FFF2-40B4-BE49-F238E27FC236}">
                <a16:creationId xmlns:a16="http://schemas.microsoft.com/office/drawing/2014/main" id="{A23D37F2-34C1-3164-2998-05614FE79C95}"/>
              </a:ext>
            </a:extLst>
          </p:cNvPr>
          <p:cNvSpPr>
            <a:spLocks noGrp="1"/>
          </p:cNvSpPr>
          <p:nvPr>
            <p:ph idx="11" hasCustomPrompt="1"/>
          </p:nvPr>
        </p:nvSpPr>
        <p:spPr>
          <a:xfrm>
            <a:off x="2197290" y="3084394"/>
            <a:ext cx="6680491" cy="2992555"/>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5" name="Slide Number Placeholder 5">
            <a:extLst>
              <a:ext uri="{FF2B5EF4-FFF2-40B4-BE49-F238E27FC236}">
                <a16:creationId xmlns:a16="http://schemas.microsoft.com/office/drawing/2014/main" id="{BDE734DA-A69E-9628-9005-8E3F6FFEB9D9}"/>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a:t>
            </a:fld>
            <a:endParaRPr lang="nl-NL"/>
          </a:p>
        </p:txBody>
      </p:sp>
      <p:pic>
        <p:nvPicPr>
          <p:cNvPr id="7" name="Graphic 6">
            <a:extLst>
              <a:ext uri="{FF2B5EF4-FFF2-40B4-BE49-F238E27FC236}">
                <a16:creationId xmlns:a16="http://schemas.microsoft.com/office/drawing/2014/main" id="{64AC1AE4-3636-2591-EBF8-5A2493285FC6}"/>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28624" y="1446213"/>
            <a:ext cx="2734491" cy="2734491"/>
          </a:xfrm>
          <a:prstGeom prst="rect">
            <a:avLst/>
          </a:prstGeom>
        </p:spPr>
      </p:pic>
      <p:pic>
        <p:nvPicPr>
          <p:cNvPr id="9" name="Graphic 8">
            <a:extLst>
              <a:ext uri="{FF2B5EF4-FFF2-40B4-BE49-F238E27FC236}">
                <a16:creationId xmlns:a16="http://schemas.microsoft.com/office/drawing/2014/main" id="{7CD25A46-D852-06A3-C070-0D7F9D2DFDF4}"/>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0800000">
            <a:off x="9038048" y="3342781"/>
            <a:ext cx="2734491" cy="2734491"/>
          </a:xfrm>
          <a:prstGeom prst="rect">
            <a:avLst/>
          </a:prstGeom>
        </p:spPr>
      </p:pic>
    </p:spTree>
    <p:extLst>
      <p:ext uri="{BB962C8B-B14F-4D97-AF65-F5344CB8AC3E}">
        <p14:creationId xmlns:p14="http://schemas.microsoft.com/office/powerpoint/2010/main" val="356878274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6" name="Content Placeholder 2">
            <a:extLst>
              <a:ext uri="{FF2B5EF4-FFF2-40B4-BE49-F238E27FC236}">
                <a16:creationId xmlns:a16="http://schemas.microsoft.com/office/drawing/2014/main" id="{AC8AC44C-BB04-C5BB-3272-F65FD685E841}"/>
              </a:ext>
            </a:extLst>
          </p:cNvPr>
          <p:cNvSpPr>
            <a:spLocks noGrp="1"/>
          </p:cNvSpPr>
          <p:nvPr>
            <p:ph idx="11" hasCustomPrompt="1"/>
          </p:nvPr>
        </p:nvSpPr>
        <p:spPr>
          <a:xfrm>
            <a:off x="2197290" y="3084394"/>
            <a:ext cx="6680491" cy="2992555"/>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5" name="Slide Number Placeholder 5">
            <a:extLst>
              <a:ext uri="{FF2B5EF4-FFF2-40B4-BE49-F238E27FC236}">
                <a16:creationId xmlns:a16="http://schemas.microsoft.com/office/drawing/2014/main" id="{BDE734DA-A69E-9628-9005-8E3F6FFEB9D9}"/>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a:t>
            </a:fld>
            <a:endParaRPr lang="nl-NL"/>
          </a:p>
        </p:txBody>
      </p:sp>
      <p:pic>
        <p:nvPicPr>
          <p:cNvPr id="7" name="Graphic 6">
            <a:extLst>
              <a:ext uri="{FF2B5EF4-FFF2-40B4-BE49-F238E27FC236}">
                <a16:creationId xmlns:a16="http://schemas.microsoft.com/office/drawing/2014/main" id="{64AC1AE4-3636-2591-EBF8-5A2493285FC6}"/>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28624" y="1446213"/>
            <a:ext cx="2734491" cy="2734491"/>
          </a:xfrm>
          <a:prstGeom prst="rect">
            <a:avLst/>
          </a:prstGeom>
        </p:spPr>
      </p:pic>
      <p:pic>
        <p:nvPicPr>
          <p:cNvPr id="4" name="Graphic 3">
            <a:extLst>
              <a:ext uri="{FF2B5EF4-FFF2-40B4-BE49-F238E27FC236}">
                <a16:creationId xmlns:a16="http://schemas.microsoft.com/office/drawing/2014/main" id="{DF69ABC1-670A-EF0D-7C56-BD06F9D02512}"/>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0800000">
            <a:off x="9038048" y="3342781"/>
            <a:ext cx="2734491" cy="2734491"/>
          </a:xfrm>
          <a:prstGeom prst="rect">
            <a:avLst/>
          </a:prstGeom>
        </p:spPr>
      </p:pic>
    </p:spTree>
    <p:extLst>
      <p:ext uri="{BB962C8B-B14F-4D97-AF65-F5344CB8AC3E}">
        <p14:creationId xmlns:p14="http://schemas.microsoft.com/office/powerpoint/2010/main" val="427906671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lnSpc>
                <a:spcPct val="100000"/>
              </a:lnSpc>
              <a:defRPr/>
            </a:lvl1pPr>
          </a:lstStyle>
          <a:p>
            <a:r>
              <a:rPr lang="en-US"/>
              <a:t>Title</a:t>
            </a:r>
          </a:p>
        </p:txBody>
      </p:sp>
      <p:sp>
        <p:nvSpPr>
          <p:cNvPr id="4" name="Text Placeholder 7">
            <a:extLst>
              <a:ext uri="{FF2B5EF4-FFF2-40B4-BE49-F238E27FC236}">
                <a16:creationId xmlns:a16="http://schemas.microsoft.com/office/drawing/2014/main" id="{F0FEDF7D-16CB-CED7-A7AF-90CBDF7D67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3" name="Slide Number Placeholder 5">
            <a:extLst>
              <a:ext uri="{FF2B5EF4-FFF2-40B4-BE49-F238E27FC236}">
                <a16:creationId xmlns:a16="http://schemas.microsoft.com/office/drawing/2014/main" id="{835715C9-752F-27C5-8AC2-5672C84C6123}"/>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269329783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Without title">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B371D70F-68B5-DD4A-6E9F-DB676EF7BC3A}"/>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288369067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837291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048785D0-F5D7-C2BD-C6A9-98DBFBDFE1F9}"/>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V="1">
            <a:off x="10822330" y="1"/>
            <a:ext cx="1369670" cy="1369670"/>
          </a:xfrm>
          <a:prstGeom prst="rect">
            <a:avLst/>
          </a:prstGeom>
        </p:spPr>
      </p:pic>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7" name="Content Placeholder 2">
            <a:extLst>
              <a:ext uri="{FF2B5EF4-FFF2-40B4-BE49-F238E27FC236}">
                <a16:creationId xmlns:a16="http://schemas.microsoft.com/office/drawing/2014/main" id="{4F4ECEB7-E07A-7A71-72F2-6E250063872D}"/>
              </a:ext>
            </a:extLst>
          </p:cNvPr>
          <p:cNvSpPr>
            <a:spLocks noGrp="1"/>
          </p:cNvSpPr>
          <p:nvPr>
            <p:ph idx="12" hasCustomPrompt="1"/>
          </p:nvPr>
        </p:nvSpPr>
        <p:spPr>
          <a:xfrm>
            <a:off x="428624" y="1446212"/>
            <a:ext cx="5486400" cy="4630737"/>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cxnSp>
        <p:nvCxnSpPr>
          <p:cNvPr id="3" name="Straight Connector 2">
            <a:extLst>
              <a:ext uri="{FF2B5EF4-FFF2-40B4-BE49-F238E27FC236}">
                <a16:creationId xmlns:a16="http://schemas.microsoft.com/office/drawing/2014/main" id="{1E0EAC6A-A6C2-66A3-C8C0-3F5ABACF7D2C}"/>
              </a:ext>
            </a:extLst>
          </p:cNvPr>
          <p:cNvCxnSpPr>
            <a:cxnSpLocks/>
          </p:cNvCxnSpPr>
          <p:nvPr userDrawn="1"/>
        </p:nvCxnSpPr>
        <p:spPr>
          <a:xfrm>
            <a:off x="6097587" y="1446213"/>
            <a:ext cx="0" cy="4630737"/>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Content Placeholder 2">
            <a:extLst>
              <a:ext uri="{FF2B5EF4-FFF2-40B4-BE49-F238E27FC236}">
                <a16:creationId xmlns:a16="http://schemas.microsoft.com/office/drawing/2014/main" id="{32FF7271-3C8C-31AB-981B-7467A0E264E1}"/>
              </a:ext>
            </a:extLst>
          </p:cNvPr>
          <p:cNvSpPr>
            <a:spLocks noGrp="1"/>
          </p:cNvSpPr>
          <p:nvPr>
            <p:ph idx="13" hasCustomPrompt="1"/>
          </p:nvPr>
        </p:nvSpPr>
        <p:spPr>
          <a:xfrm>
            <a:off x="6280150" y="1446212"/>
            <a:ext cx="5486400" cy="4630737"/>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4" name="Slide Number Placeholder 5">
            <a:extLst>
              <a:ext uri="{FF2B5EF4-FFF2-40B4-BE49-F238E27FC236}">
                <a16:creationId xmlns:a16="http://schemas.microsoft.com/office/drawing/2014/main" id="{DD5FC312-F0E9-0D35-0A90-49621D92794E}"/>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394211703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hree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4" name="Text Placeholder 11">
            <a:extLst>
              <a:ext uri="{FF2B5EF4-FFF2-40B4-BE49-F238E27FC236}">
                <a16:creationId xmlns:a16="http://schemas.microsoft.com/office/drawing/2014/main" id="{2387BA6D-A7AE-3F35-E292-AB3A29B17098}"/>
              </a:ext>
            </a:extLst>
          </p:cNvPr>
          <p:cNvSpPr>
            <a:spLocks noGrp="1"/>
          </p:cNvSpPr>
          <p:nvPr>
            <p:ph type="body" sz="quarter" idx="13" hasCustomPrompt="1"/>
          </p:nvPr>
        </p:nvSpPr>
        <p:spPr>
          <a:xfrm>
            <a:off x="428624" y="1446212"/>
            <a:ext cx="3566160" cy="4630737"/>
          </a:xfrm>
        </p:spPr>
        <p:txBody>
          <a:bodyPr lIns="0" tIns="0" rIns="0" bIns="0"/>
          <a:lstStyle/>
          <a:p>
            <a:pPr lvl="0"/>
            <a:r>
              <a:rPr lang="en-US"/>
              <a:t>Level 01</a:t>
            </a:r>
          </a:p>
          <a:p>
            <a:pPr lvl="1"/>
            <a:r>
              <a:rPr lang="en-US"/>
              <a:t>Level 02</a:t>
            </a:r>
          </a:p>
          <a:p>
            <a:pPr lvl="2"/>
            <a:r>
              <a:rPr lang="en-US"/>
              <a:t>Level 03</a:t>
            </a:r>
          </a:p>
          <a:p>
            <a:pPr lvl="3"/>
            <a:r>
              <a:rPr lang="en-US"/>
              <a:t>Level 04</a:t>
            </a:r>
          </a:p>
        </p:txBody>
      </p:sp>
      <p:cxnSp>
        <p:nvCxnSpPr>
          <p:cNvPr id="3" name="Straight Connector 2">
            <a:extLst>
              <a:ext uri="{FF2B5EF4-FFF2-40B4-BE49-F238E27FC236}">
                <a16:creationId xmlns:a16="http://schemas.microsoft.com/office/drawing/2014/main" id="{F8A737D2-6B87-DFC3-DA84-6860E12B811E}"/>
              </a:ext>
            </a:extLst>
          </p:cNvPr>
          <p:cNvCxnSpPr>
            <a:cxnSpLocks/>
          </p:cNvCxnSpPr>
          <p:nvPr userDrawn="1"/>
        </p:nvCxnSpPr>
        <p:spPr>
          <a:xfrm>
            <a:off x="4153852" y="1446213"/>
            <a:ext cx="0" cy="4630737"/>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Text Placeholder 11">
            <a:extLst>
              <a:ext uri="{FF2B5EF4-FFF2-40B4-BE49-F238E27FC236}">
                <a16:creationId xmlns:a16="http://schemas.microsoft.com/office/drawing/2014/main" id="{53EC500C-DC96-24C1-FB6D-38F10FFA079E}"/>
              </a:ext>
            </a:extLst>
          </p:cNvPr>
          <p:cNvSpPr>
            <a:spLocks noGrp="1"/>
          </p:cNvSpPr>
          <p:nvPr>
            <p:ph type="body" sz="quarter" idx="14" hasCustomPrompt="1"/>
          </p:nvPr>
        </p:nvSpPr>
        <p:spPr>
          <a:xfrm>
            <a:off x="4312920" y="1446212"/>
            <a:ext cx="3566160" cy="4630737"/>
          </a:xfrm>
        </p:spPr>
        <p:txBody>
          <a:bodyPr lIns="0" tIns="0" rIns="0" bIns="0"/>
          <a:lstStyle/>
          <a:p>
            <a:pPr lvl="0"/>
            <a:r>
              <a:rPr lang="en-US"/>
              <a:t>Level 01</a:t>
            </a:r>
          </a:p>
          <a:p>
            <a:pPr lvl="1"/>
            <a:r>
              <a:rPr lang="en-US"/>
              <a:t>Level 02</a:t>
            </a:r>
          </a:p>
          <a:p>
            <a:pPr lvl="2"/>
            <a:r>
              <a:rPr lang="en-US"/>
              <a:t>Level 03</a:t>
            </a:r>
          </a:p>
          <a:p>
            <a:pPr lvl="3"/>
            <a:r>
              <a:rPr lang="en-US"/>
              <a:t>Level 04</a:t>
            </a:r>
          </a:p>
        </p:txBody>
      </p:sp>
      <p:cxnSp>
        <p:nvCxnSpPr>
          <p:cNvPr id="5" name="Straight Connector 4">
            <a:extLst>
              <a:ext uri="{FF2B5EF4-FFF2-40B4-BE49-F238E27FC236}">
                <a16:creationId xmlns:a16="http://schemas.microsoft.com/office/drawing/2014/main" id="{05432266-537A-E53F-5875-D324F4DFC0A5}"/>
              </a:ext>
            </a:extLst>
          </p:cNvPr>
          <p:cNvCxnSpPr>
            <a:cxnSpLocks/>
          </p:cNvCxnSpPr>
          <p:nvPr userDrawn="1"/>
        </p:nvCxnSpPr>
        <p:spPr>
          <a:xfrm>
            <a:off x="8038148" y="1446213"/>
            <a:ext cx="0" cy="4630737"/>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0" name="Text Placeholder 11">
            <a:extLst>
              <a:ext uri="{FF2B5EF4-FFF2-40B4-BE49-F238E27FC236}">
                <a16:creationId xmlns:a16="http://schemas.microsoft.com/office/drawing/2014/main" id="{4B8D4FE2-3660-5569-5772-F7846E85E0EF}"/>
              </a:ext>
            </a:extLst>
          </p:cNvPr>
          <p:cNvSpPr>
            <a:spLocks noGrp="1"/>
          </p:cNvSpPr>
          <p:nvPr>
            <p:ph type="body" sz="quarter" idx="15" hasCustomPrompt="1"/>
          </p:nvPr>
        </p:nvSpPr>
        <p:spPr>
          <a:xfrm>
            <a:off x="8197215" y="1446212"/>
            <a:ext cx="3566160" cy="4630737"/>
          </a:xfrm>
        </p:spPr>
        <p:txBody>
          <a:bodyPr lIns="0" tIns="0" rIns="0" bIns="0"/>
          <a:lstStyle/>
          <a:p>
            <a:pPr lvl="0"/>
            <a:r>
              <a:rPr lang="en-US"/>
              <a:t>Level 01</a:t>
            </a:r>
          </a:p>
          <a:p>
            <a:pPr lvl="1"/>
            <a:r>
              <a:rPr lang="en-US"/>
              <a:t>Level 02</a:t>
            </a:r>
          </a:p>
          <a:p>
            <a:pPr lvl="2"/>
            <a:r>
              <a:rPr lang="en-US"/>
              <a:t>Level 03</a:t>
            </a:r>
          </a:p>
          <a:p>
            <a:pPr lvl="3"/>
            <a:r>
              <a:rPr lang="en-US"/>
              <a:t>Level 04</a:t>
            </a:r>
          </a:p>
        </p:txBody>
      </p:sp>
      <p:sp>
        <p:nvSpPr>
          <p:cNvPr id="6" name="Slide Number Placeholder 5">
            <a:extLst>
              <a:ext uri="{FF2B5EF4-FFF2-40B4-BE49-F238E27FC236}">
                <a16:creationId xmlns:a16="http://schemas.microsoft.com/office/drawing/2014/main" id="{AB30C074-8F33-E5B3-9A55-D11D3E78E9BC}"/>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58337640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wo column 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3" name="Text Placeholder 3">
            <a:extLst>
              <a:ext uri="{FF2B5EF4-FFF2-40B4-BE49-F238E27FC236}">
                <a16:creationId xmlns:a16="http://schemas.microsoft.com/office/drawing/2014/main" id="{AC80D85C-7F74-EF15-F42E-B26573598E05}"/>
              </a:ext>
            </a:extLst>
          </p:cNvPr>
          <p:cNvSpPr>
            <a:spLocks noGrp="1"/>
          </p:cNvSpPr>
          <p:nvPr>
            <p:ph type="body" sz="quarter" idx="21" hasCustomPrompt="1"/>
          </p:nvPr>
        </p:nvSpPr>
        <p:spPr>
          <a:xfrm>
            <a:off x="428624" y="1446213"/>
            <a:ext cx="5486400" cy="548640"/>
          </a:xfrm>
        </p:spPr>
        <p:txBody>
          <a:bodyPr anchor="ctr"/>
          <a:lstStyle>
            <a:lvl1pPr marL="0" indent="0">
              <a:spcAft>
                <a:spcPts val="0"/>
              </a:spcAft>
              <a:buNone/>
              <a:defRPr sz="1800">
                <a:solidFill>
                  <a:schemeClr val="accent1"/>
                </a:solidFill>
                <a:latin typeface="+mj-lt"/>
              </a:defRPr>
            </a:lvl1pPr>
          </a:lstStyle>
          <a:p>
            <a:pPr lvl="0"/>
            <a:r>
              <a:rPr lang="en-US"/>
              <a:t>Heading</a:t>
            </a:r>
          </a:p>
        </p:txBody>
      </p:sp>
      <p:sp>
        <p:nvSpPr>
          <p:cNvPr id="6" name="Content Placeholder 2">
            <a:extLst>
              <a:ext uri="{FF2B5EF4-FFF2-40B4-BE49-F238E27FC236}">
                <a16:creationId xmlns:a16="http://schemas.microsoft.com/office/drawing/2014/main" id="{5700FE41-5068-BC51-A4B6-593B5760B3DE}"/>
              </a:ext>
            </a:extLst>
          </p:cNvPr>
          <p:cNvSpPr>
            <a:spLocks noGrp="1"/>
          </p:cNvSpPr>
          <p:nvPr>
            <p:ph idx="12" hasCustomPrompt="1"/>
          </p:nvPr>
        </p:nvSpPr>
        <p:spPr>
          <a:xfrm>
            <a:off x="428624" y="1994854"/>
            <a:ext cx="5486400" cy="4082096"/>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cxnSp>
        <p:nvCxnSpPr>
          <p:cNvPr id="24" name="Straight Connector 23">
            <a:extLst>
              <a:ext uri="{FF2B5EF4-FFF2-40B4-BE49-F238E27FC236}">
                <a16:creationId xmlns:a16="http://schemas.microsoft.com/office/drawing/2014/main" id="{211BA7B0-5B3E-37FB-ABC1-62CDDC761C13}"/>
              </a:ext>
            </a:extLst>
          </p:cNvPr>
          <p:cNvCxnSpPr>
            <a:cxnSpLocks/>
          </p:cNvCxnSpPr>
          <p:nvPr userDrawn="1"/>
        </p:nvCxnSpPr>
        <p:spPr>
          <a:xfrm>
            <a:off x="6097587" y="1446213"/>
            <a:ext cx="0" cy="4630737"/>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A0D33B2D-3680-CFA8-4922-DC944983F91C}"/>
              </a:ext>
            </a:extLst>
          </p:cNvPr>
          <p:cNvSpPr>
            <a:spLocks noGrp="1"/>
          </p:cNvSpPr>
          <p:nvPr>
            <p:ph type="body" sz="quarter" idx="22" hasCustomPrompt="1"/>
          </p:nvPr>
        </p:nvSpPr>
        <p:spPr>
          <a:xfrm>
            <a:off x="6280150" y="1446213"/>
            <a:ext cx="5486400" cy="548640"/>
          </a:xfrm>
        </p:spPr>
        <p:txBody>
          <a:bodyPr anchor="ctr"/>
          <a:lstStyle>
            <a:lvl1pPr marL="0" indent="0">
              <a:spcAft>
                <a:spcPts val="0"/>
              </a:spcAft>
              <a:buNone/>
              <a:defRPr sz="1800">
                <a:solidFill>
                  <a:schemeClr val="accent3"/>
                </a:solidFill>
                <a:latin typeface="+mj-lt"/>
              </a:defRPr>
            </a:lvl1pPr>
          </a:lstStyle>
          <a:p>
            <a:pPr lvl="0"/>
            <a:r>
              <a:rPr lang="en-US"/>
              <a:t>Heading</a:t>
            </a:r>
          </a:p>
        </p:txBody>
      </p:sp>
      <p:sp>
        <p:nvSpPr>
          <p:cNvPr id="7" name="Content Placeholder 2">
            <a:extLst>
              <a:ext uri="{FF2B5EF4-FFF2-40B4-BE49-F238E27FC236}">
                <a16:creationId xmlns:a16="http://schemas.microsoft.com/office/drawing/2014/main" id="{7D652B75-AA09-638D-B391-9800623F8056}"/>
              </a:ext>
            </a:extLst>
          </p:cNvPr>
          <p:cNvSpPr>
            <a:spLocks noGrp="1"/>
          </p:cNvSpPr>
          <p:nvPr>
            <p:ph idx="23" hasCustomPrompt="1"/>
          </p:nvPr>
        </p:nvSpPr>
        <p:spPr>
          <a:xfrm>
            <a:off x="6280150" y="1994854"/>
            <a:ext cx="5486400" cy="4082096"/>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5" name="Slide Number Placeholder 5">
            <a:extLst>
              <a:ext uri="{FF2B5EF4-FFF2-40B4-BE49-F238E27FC236}">
                <a16:creationId xmlns:a16="http://schemas.microsoft.com/office/drawing/2014/main" id="{1C26462A-B24E-6496-B1DF-273A6106E188}"/>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425223835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hree column 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6" name="Text Placeholder 3">
            <a:extLst>
              <a:ext uri="{FF2B5EF4-FFF2-40B4-BE49-F238E27FC236}">
                <a16:creationId xmlns:a16="http://schemas.microsoft.com/office/drawing/2014/main" id="{F7CC7CBF-5CAC-89DF-85B0-F8F79253431F}"/>
              </a:ext>
            </a:extLst>
          </p:cNvPr>
          <p:cNvSpPr>
            <a:spLocks noGrp="1"/>
          </p:cNvSpPr>
          <p:nvPr>
            <p:ph type="body" sz="quarter" idx="21" hasCustomPrompt="1"/>
          </p:nvPr>
        </p:nvSpPr>
        <p:spPr>
          <a:xfrm>
            <a:off x="428624" y="1446213"/>
            <a:ext cx="3566160" cy="548640"/>
          </a:xfrm>
        </p:spPr>
        <p:txBody>
          <a:bodyPr anchor="ctr"/>
          <a:lstStyle>
            <a:lvl1pPr marL="0" indent="0">
              <a:spcAft>
                <a:spcPts val="0"/>
              </a:spcAft>
              <a:buNone/>
              <a:defRPr sz="1800">
                <a:solidFill>
                  <a:schemeClr val="accent1"/>
                </a:solidFill>
                <a:latin typeface="+mj-lt"/>
              </a:defRPr>
            </a:lvl1pPr>
          </a:lstStyle>
          <a:p>
            <a:pPr lvl="0"/>
            <a:r>
              <a:rPr lang="en-US"/>
              <a:t>Heading</a:t>
            </a:r>
          </a:p>
        </p:txBody>
      </p:sp>
      <p:sp>
        <p:nvSpPr>
          <p:cNvPr id="12" name="Text Placeholder 11">
            <a:extLst>
              <a:ext uri="{FF2B5EF4-FFF2-40B4-BE49-F238E27FC236}">
                <a16:creationId xmlns:a16="http://schemas.microsoft.com/office/drawing/2014/main" id="{59890119-6112-A65C-5D5F-826D3A8F06E7}"/>
              </a:ext>
            </a:extLst>
          </p:cNvPr>
          <p:cNvSpPr>
            <a:spLocks noGrp="1"/>
          </p:cNvSpPr>
          <p:nvPr>
            <p:ph type="body" sz="quarter" idx="13" hasCustomPrompt="1"/>
          </p:nvPr>
        </p:nvSpPr>
        <p:spPr>
          <a:xfrm>
            <a:off x="428624" y="1994854"/>
            <a:ext cx="3566160" cy="4082096"/>
          </a:xfrm>
        </p:spPr>
        <p:txBody>
          <a:bodyPr lIns="0" tIns="73152" rIns="91440" bIns="45720"/>
          <a:lstStyle>
            <a:lvl1pPr>
              <a:defRPr sz="1400"/>
            </a:lvl1pPr>
            <a:lvl2pPr>
              <a:defRPr sz="1400"/>
            </a:lvl2pPr>
            <a:lvl3pPr>
              <a:defRPr sz="1400"/>
            </a:lvl3pPr>
            <a:lvl4pPr>
              <a:defRPr sz="1400"/>
            </a:lvl4pPr>
          </a:lstStyle>
          <a:p>
            <a:pPr lvl="0"/>
            <a:r>
              <a:rPr lang="en-US"/>
              <a:t>Level 01</a:t>
            </a:r>
          </a:p>
          <a:p>
            <a:pPr lvl="1"/>
            <a:r>
              <a:rPr lang="en-US"/>
              <a:t>Level 02</a:t>
            </a:r>
          </a:p>
          <a:p>
            <a:pPr lvl="2"/>
            <a:r>
              <a:rPr lang="en-US"/>
              <a:t>Level 03</a:t>
            </a:r>
          </a:p>
          <a:p>
            <a:pPr lvl="3"/>
            <a:r>
              <a:rPr lang="en-US"/>
              <a:t>Level 04</a:t>
            </a:r>
          </a:p>
        </p:txBody>
      </p:sp>
      <p:cxnSp>
        <p:nvCxnSpPr>
          <p:cNvPr id="7" name="Straight Connector 6">
            <a:extLst>
              <a:ext uri="{FF2B5EF4-FFF2-40B4-BE49-F238E27FC236}">
                <a16:creationId xmlns:a16="http://schemas.microsoft.com/office/drawing/2014/main" id="{8055F457-6C59-9205-5BC8-37A6E312F763}"/>
              </a:ext>
            </a:extLst>
          </p:cNvPr>
          <p:cNvCxnSpPr>
            <a:cxnSpLocks/>
          </p:cNvCxnSpPr>
          <p:nvPr userDrawn="1"/>
        </p:nvCxnSpPr>
        <p:spPr>
          <a:xfrm>
            <a:off x="4153852" y="1446213"/>
            <a:ext cx="0" cy="4630737"/>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B299E64B-3AEF-5121-CC02-A5BF0E2C2E35}"/>
              </a:ext>
            </a:extLst>
          </p:cNvPr>
          <p:cNvSpPr>
            <a:spLocks noGrp="1"/>
          </p:cNvSpPr>
          <p:nvPr>
            <p:ph type="body" sz="quarter" idx="19" hasCustomPrompt="1"/>
          </p:nvPr>
        </p:nvSpPr>
        <p:spPr>
          <a:xfrm>
            <a:off x="4318707" y="1446213"/>
            <a:ext cx="3566160" cy="548640"/>
          </a:xfrm>
        </p:spPr>
        <p:txBody>
          <a:bodyPr anchor="ctr"/>
          <a:lstStyle>
            <a:lvl1pPr marL="0" indent="0">
              <a:spcAft>
                <a:spcPts val="0"/>
              </a:spcAft>
              <a:buNone/>
              <a:defRPr sz="1800">
                <a:solidFill>
                  <a:schemeClr val="accent3"/>
                </a:solidFill>
                <a:latin typeface="+mj-lt"/>
              </a:defRPr>
            </a:lvl1pPr>
          </a:lstStyle>
          <a:p>
            <a:pPr lvl="0"/>
            <a:r>
              <a:rPr lang="en-US"/>
              <a:t>Heading</a:t>
            </a:r>
          </a:p>
        </p:txBody>
      </p:sp>
      <p:sp>
        <p:nvSpPr>
          <p:cNvPr id="16" name="Text Placeholder 11">
            <a:extLst>
              <a:ext uri="{FF2B5EF4-FFF2-40B4-BE49-F238E27FC236}">
                <a16:creationId xmlns:a16="http://schemas.microsoft.com/office/drawing/2014/main" id="{12B314BB-47D3-B217-085B-FF4087FD57ED}"/>
              </a:ext>
            </a:extLst>
          </p:cNvPr>
          <p:cNvSpPr>
            <a:spLocks noGrp="1"/>
          </p:cNvSpPr>
          <p:nvPr>
            <p:ph type="body" sz="quarter" idx="15" hasCustomPrompt="1"/>
          </p:nvPr>
        </p:nvSpPr>
        <p:spPr>
          <a:xfrm>
            <a:off x="4318707" y="1994854"/>
            <a:ext cx="3566160" cy="4082096"/>
          </a:xfrm>
        </p:spPr>
        <p:txBody>
          <a:bodyPr lIns="0" tIns="73152" rIns="91440" bIns="45720"/>
          <a:lstStyle>
            <a:lvl1pPr>
              <a:defRPr sz="1400"/>
            </a:lvl1pPr>
            <a:lvl2pPr>
              <a:defRPr sz="1400"/>
            </a:lvl2pPr>
            <a:lvl3pPr>
              <a:defRPr sz="1400"/>
            </a:lvl3pPr>
            <a:lvl4pPr>
              <a:defRPr sz="1400"/>
            </a:lvl4pPr>
          </a:lstStyle>
          <a:p>
            <a:pPr lvl="0"/>
            <a:r>
              <a:rPr lang="en-US"/>
              <a:t>Level 01</a:t>
            </a:r>
          </a:p>
          <a:p>
            <a:pPr lvl="1"/>
            <a:r>
              <a:rPr lang="en-US"/>
              <a:t>Level 02</a:t>
            </a:r>
          </a:p>
          <a:p>
            <a:pPr lvl="2"/>
            <a:r>
              <a:rPr lang="en-US"/>
              <a:t>Level 03</a:t>
            </a:r>
          </a:p>
          <a:p>
            <a:pPr lvl="3"/>
            <a:r>
              <a:rPr lang="en-US"/>
              <a:t>Level 04</a:t>
            </a:r>
          </a:p>
        </p:txBody>
      </p:sp>
      <p:cxnSp>
        <p:nvCxnSpPr>
          <p:cNvPr id="9" name="Straight Connector 8">
            <a:extLst>
              <a:ext uri="{FF2B5EF4-FFF2-40B4-BE49-F238E27FC236}">
                <a16:creationId xmlns:a16="http://schemas.microsoft.com/office/drawing/2014/main" id="{28317E02-C121-6BA0-DE8E-02D7575D7C7C}"/>
              </a:ext>
            </a:extLst>
          </p:cNvPr>
          <p:cNvCxnSpPr>
            <a:cxnSpLocks/>
          </p:cNvCxnSpPr>
          <p:nvPr userDrawn="1"/>
        </p:nvCxnSpPr>
        <p:spPr>
          <a:xfrm>
            <a:off x="8046829" y="1446213"/>
            <a:ext cx="0" cy="4630737"/>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5" name="Text Placeholder 3">
            <a:extLst>
              <a:ext uri="{FF2B5EF4-FFF2-40B4-BE49-F238E27FC236}">
                <a16:creationId xmlns:a16="http://schemas.microsoft.com/office/drawing/2014/main" id="{7F70AEA1-0FFB-C5AB-EE1A-EBC0EB80289D}"/>
              </a:ext>
            </a:extLst>
          </p:cNvPr>
          <p:cNvSpPr>
            <a:spLocks noGrp="1"/>
          </p:cNvSpPr>
          <p:nvPr>
            <p:ph type="body" sz="quarter" idx="20" hasCustomPrompt="1"/>
          </p:nvPr>
        </p:nvSpPr>
        <p:spPr>
          <a:xfrm>
            <a:off x="8208790" y="1446213"/>
            <a:ext cx="3566160" cy="548640"/>
          </a:xfrm>
        </p:spPr>
        <p:txBody>
          <a:bodyPr anchor="ctr"/>
          <a:lstStyle>
            <a:lvl1pPr marL="0" indent="0">
              <a:spcAft>
                <a:spcPts val="0"/>
              </a:spcAft>
              <a:buNone/>
              <a:defRPr sz="1800">
                <a:solidFill>
                  <a:schemeClr val="accent5"/>
                </a:solidFill>
                <a:latin typeface="+mj-lt"/>
              </a:defRPr>
            </a:lvl1pPr>
          </a:lstStyle>
          <a:p>
            <a:pPr lvl="0"/>
            <a:r>
              <a:rPr lang="en-US"/>
              <a:t>Heading</a:t>
            </a:r>
          </a:p>
        </p:txBody>
      </p:sp>
      <p:sp>
        <p:nvSpPr>
          <p:cNvPr id="18" name="Text Placeholder 11">
            <a:extLst>
              <a:ext uri="{FF2B5EF4-FFF2-40B4-BE49-F238E27FC236}">
                <a16:creationId xmlns:a16="http://schemas.microsoft.com/office/drawing/2014/main" id="{56A08DAB-4054-6D4C-0D9A-23E95A1C1CD2}"/>
              </a:ext>
            </a:extLst>
          </p:cNvPr>
          <p:cNvSpPr>
            <a:spLocks noGrp="1"/>
          </p:cNvSpPr>
          <p:nvPr>
            <p:ph type="body" sz="quarter" idx="17" hasCustomPrompt="1"/>
          </p:nvPr>
        </p:nvSpPr>
        <p:spPr>
          <a:xfrm>
            <a:off x="8208790" y="1994854"/>
            <a:ext cx="3566160" cy="4082096"/>
          </a:xfrm>
        </p:spPr>
        <p:txBody>
          <a:bodyPr lIns="0" tIns="73152" rIns="91440" bIns="45720"/>
          <a:lstStyle>
            <a:lvl1pPr>
              <a:defRPr sz="1400"/>
            </a:lvl1pPr>
            <a:lvl2pPr>
              <a:defRPr sz="1400"/>
            </a:lvl2pPr>
            <a:lvl3pPr>
              <a:defRPr sz="1400"/>
            </a:lvl3pPr>
            <a:lvl4pPr>
              <a:defRPr sz="1400"/>
            </a:lvl4pPr>
          </a:lstStyle>
          <a:p>
            <a:pPr lvl="0"/>
            <a:r>
              <a:rPr lang="en-US"/>
              <a:t>Level 01</a:t>
            </a:r>
          </a:p>
          <a:p>
            <a:pPr lvl="1"/>
            <a:r>
              <a:rPr lang="en-US"/>
              <a:t>Level 02</a:t>
            </a:r>
          </a:p>
          <a:p>
            <a:pPr lvl="2"/>
            <a:r>
              <a:rPr lang="en-US"/>
              <a:t>Level 03</a:t>
            </a:r>
          </a:p>
          <a:p>
            <a:pPr lvl="3"/>
            <a:r>
              <a:rPr lang="en-US"/>
              <a:t>Level 04</a:t>
            </a:r>
          </a:p>
        </p:txBody>
      </p:sp>
      <p:sp>
        <p:nvSpPr>
          <p:cNvPr id="3" name="Slide Number Placeholder 5">
            <a:extLst>
              <a:ext uri="{FF2B5EF4-FFF2-40B4-BE49-F238E27FC236}">
                <a16:creationId xmlns:a16="http://schemas.microsoft.com/office/drawing/2014/main" id="{86B26CC1-EC68-EFF1-594A-E7D62DC165B8}"/>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143228894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Four column 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2904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6" name="Text Placeholder 3">
            <a:extLst>
              <a:ext uri="{FF2B5EF4-FFF2-40B4-BE49-F238E27FC236}">
                <a16:creationId xmlns:a16="http://schemas.microsoft.com/office/drawing/2014/main" id="{36933FFB-20BC-0D38-2EC5-3BBF25322C4E}"/>
              </a:ext>
            </a:extLst>
          </p:cNvPr>
          <p:cNvSpPr>
            <a:spLocks noGrp="1"/>
          </p:cNvSpPr>
          <p:nvPr>
            <p:ph type="body" sz="quarter" idx="21" hasCustomPrompt="1"/>
          </p:nvPr>
        </p:nvSpPr>
        <p:spPr>
          <a:xfrm>
            <a:off x="428624" y="1446213"/>
            <a:ext cx="2651760" cy="548640"/>
          </a:xfrm>
        </p:spPr>
        <p:txBody>
          <a:bodyPr anchor="ctr"/>
          <a:lstStyle>
            <a:lvl1pPr marL="0" indent="0">
              <a:spcAft>
                <a:spcPts val="0"/>
              </a:spcAft>
              <a:buNone/>
              <a:defRPr sz="1600">
                <a:solidFill>
                  <a:schemeClr val="accent1"/>
                </a:solidFill>
                <a:latin typeface="+mj-lt"/>
              </a:defRPr>
            </a:lvl1pPr>
          </a:lstStyle>
          <a:p>
            <a:pPr lvl="0"/>
            <a:r>
              <a:rPr lang="en-US"/>
              <a:t>Heading</a:t>
            </a:r>
          </a:p>
        </p:txBody>
      </p:sp>
      <p:sp>
        <p:nvSpPr>
          <p:cNvPr id="12" name="Text Placeholder 11">
            <a:extLst>
              <a:ext uri="{FF2B5EF4-FFF2-40B4-BE49-F238E27FC236}">
                <a16:creationId xmlns:a16="http://schemas.microsoft.com/office/drawing/2014/main" id="{59890119-6112-A65C-5D5F-826D3A8F06E7}"/>
              </a:ext>
            </a:extLst>
          </p:cNvPr>
          <p:cNvSpPr>
            <a:spLocks noGrp="1"/>
          </p:cNvSpPr>
          <p:nvPr>
            <p:ph type="body" sz="quarter" idx="13" hasCustomPrompt="1"/>
          </p:nvPr>
        </p:nvSpPr>
        <p:spPr>
          <a:xfrm>
            <a:off x="428624" y="1994854"/>
            <a:ext cx="2651760" cy="4082096"/>
          </a:xfrm>
        </p:spPr>
        <p:txBody>
          <a:bodyPr lIns="0" tIns="73152" rIns="91440" bIns="45720"/>
          <a:lstStyle>
            <a:lvl1pPr>
              <a:defRPr sz="1400"/>
            </a:lvl1pPr>
            <a:lvl2pPr>
              <a:defRPr sz="1400"/>
            </a:lvl2pPr>
            <a:lvl3pPr>
              <a:defRPr sz="1400"/>
            </a:lvl3pPr>
            <a:lvl4pPr>
              <a:defRPr sz="1400"/>
            </a:lvl4pPr>
          </a:lstStyle>
          <a:p>
            <a:pPr lvl="0"/>
            <a:r>
              <a:rPr lang="en-US"/>
              <a:t>Level 01</a:t>
            </a:r>
          </a:p>
          <a:p>
            <a:pPr lvl="1"/>
            <a:r>
              <a:rPr lang="en-US"/>
              <a:t>Level 02</a:t>
            </a:r>
          </a:p>
          <a:p>
            <a:pPr lvl="2"/>
            <a:r>
              <a:rPr lang="en-US"/>
              <a:t>Level 03</a:t>
            </a:r>
          </a:p>
          <a:p>
            <a:pPr lvl="3"/>
            <a:r>
              <a:rPr lang="en-US"/>
              <a:t>Level 04</a:t>
            </a:r>
          </a:p>
        </p:txBody>
      </p:sp>
      <p:cxnSp>
        <p:nvCxnSpPr>
          <p:cNvPr id="11" name="Straight Connector 10">
            <a:extLst>
              <a:ext uri="{FF2B5EF4-FFF2-40B4-BE49-F238E27FC236}">
                <a16:creationId xmlns:a16="http://schemas.microsoft.com/office/drawing/2014/main" id="{BBA5152D-90F9-841D-EC13-0030AD385EBB}"/>
              </a:ext>
            </a:extLst>
          </p:cNvPr>
          <p:cNvCxnSpPr>
            <a:cxnSpLocks/>
          </p:cNvCxnSpPr>
          <p:nvPr userDrawn="1"/>
        </p:nvCxnSpPr>
        <p:spPr>
          <a:xfrm>
            <a:off x="3203695" y="1446213"/>
            <a:ext cx="0" cy="4630737"/>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D8C626AA-D212-61A1-DE59-8BBEC3A26C74}"/>
              </a:ext>
            </a:extLst>
          </p:cNvPr>
          <p:cNvSpPr>
            <a:spLocks noGrp="1"/>
          </p:cNvSpPr>
          <p:nvPr>
            <p:ph type="body" sz="quarter" idx="22" hasCustomPrompt="1"/>
          </p:nvPr>
        </p:nvSpPr>
        <p:spPr>
          <a:xfrm>
            <a:off x="3327006" y="1446213"/>
            <a:ext cx="2651760" cy="548640"/>
          </a:xfrm>
        </p:spPr>
        <p:txBody>
          <a:bodyPr anchor="ctr"/>
          <a:lstStyle>
            <a:lvl1pPr marL="0" indent="0">
              <a:spcAft>
                <a:spcPts val="0"/>
              </a:spcAft>
              <a:buNone/>
              <a:defRPr sz="1600">
                <a:solidFill>
                  <a:schemeClr val="accent3"/>
                </a:solidFill>
                <a:latin typeface="+mj-lt"/>
              </a:defRPr>
            </a:lvl1pPr>
          </a:lstStyle>
          <a:p>
            <a:pPr lvl="0"/>
            <a:r>
              <a:rPr lang="en-US"/>
              <a:t>Heading</a:t>
            </a:r>
          </a:p>
        </p:txBody>
      </p:sp>
      <p:sp>
        <p:nvSpPr>
          <p:cNvPr id="16" name="Text Placeholder 11">
            <a:extLst>
              <a:ext uri="{FF2B5EF4-FFF2-40B4-BE49-F238E27FC236}">
                <a16:creationId xmlns:a16="http://schemas.microsoft.com/office/drawing/2014/main" id="{12B314BB-47D3-B217-085B-FF4087FD57ED}"/>
              </a:ext>
            </a:extLst>
          </p:cNvPr>
          <p:cNvSpPr>
            <a:spLocks noGrp="1"/>
          </p:cNvSpPr>
          <p:nvPr>
            <p:ph type="body" sz="quarter" idx="15" hasCustomPrompt="1"/>
          </p:nvPr>
        </p:nvSpPr>
        <p:spPr>
          <a:xfrm>
            <a:off x="3327006" y="1994854"/>
            <a:ext cx="2651760" cy="4082096"/>
          </a:xfrm>
        </p:spPr>
        <p:txBody>
          <a:bodyPr lIns="0" tIns="73152" rIns="91440" bIns="45720"/>
          <a:lstStyle>
            <a:lvl1pPr>
              <a:defRPr sz="1400"/>
            </a:lvl1pPr>
            <a:lvl2pPr>
              <a:defRPr sz="1400"/>
            </a:lvl2pPr>
            <a:lvl3pPr>
              <a:defRPr sz="1400"/>
            </a:lvl3pPr>
            <a:lvl4pPr>
              <a:defRPr sz="1400"/>
            </a:lvl4pPr>
          </a:lstStyle>
          <a:p>
            <a:pPr lvl="0"/>
            <a:r>
              <a:rPr lang="en-US"/>
              <a:t>Level 01</a:t>
            </a:r>
          </a:p>
          <a:p>
            <a:pPr lvl="1"/>
            <a:r>
              <a:rPr lang="en-US"/>
              <a:t>Level 02</a:t>
            </a:r>
          </a:p>
          <a:p>
            <a:pPr lvl="2"/>
            <a:r>
              <a:rPr lang="en-US"/>
              <a:t>Level 03</a:t>
            </a:r>
          </a:p>
          <a:p>
            <a:pPr lvl="3"/>
            <a:r>
              <a:rPr lang="en-US"/>
              <a:t>Level 04</a:t>
            </a:r>
          </a:p>
        </p:txBody>
      </p:sp>
      <p:cxnSp>
        <p:nvCxnSpPr>
          <p:cNvPr id="13" name="Straight Connector 12">
            <a:extLst>
              <a:ext uri="{FF2B5EF4-FFF2-40B4-BE49-F238E27FC236}">
                <a16:creationId xmlns:a16="http://schemas.microsoft.com/office/drawing/2014/main" id="{BA886867-C5AE-7140-EDF8-D3A5947BBA94}"/>
              </a:ext>
            </a:extLst>
          </p:cNvPr>
          <p:cNvCxnSpPr>
            <a:cxnSpLocks/>
          </p:cNvCxnSpPr>
          <p:nvPr userDrawn="1"/>
        </p:nvCxnSpPr>
        <p:spPr>
          <a:xfrm>
            <a:off x="6102077" y="1446213"/>
            <a:ext cx="0" cy="4630737"/>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8A1CCB88-A172-FFF7-96EB-550E3A48F216}"/>
              </a:ext>
            </a:extLst>
          </p:cNvPr>
          <p:cNvSpPr>
            <a:spLocks noGrp="1"/>
          </p:cNvSpPr>
          <p:nvPr>
            <p:ph type="body" sz="quarter" idx="23" hasCustomPrompt="1"/>
          </p:nvPr>
        </p:nvSpPr>
        <p:spPr>
          <a:xfrm>
            <a:off x="6225388" y="1446213"/>
            <a:ext cx="2651760" cy="548640"/>
          </a:xfrm>
        </p:spPr>
        <p:txBody>
          <a:bodyPr anchor="ctr"/>
          <a:lstStyle>
            <a:lvl1pPr marL="0" indent="0">
              <a:spcAft>
                <a:spcPts val="0"/>
              </a:spcAft>
              <a:buNone/>
              <a:defRPr sz="1600">
                <a:solidFill>
                  <a:schemeClr val="accent5"/>
                </a:solidFill>
                <a:latin typeface="+mj-lt"/>
              </a:defRPr>
            </a:lvl1pPr>
          </a:lstStyle>
          <a:p>
            <a:pPr lvl="0"/>
            <a:r>
              <a:rPr lang="en-US"/>
              <a:t>Heading</a:t>
            </a:r>
          </a:p>
        </p:txBody>
      </p:sp>
      <p:sp>
        <p:nvSpPr>
          <p:cNvPr id="18" name="Text Placeholder 11">
            <a:extLst>
              <a:ext uri="{FF2B5EF4-FFF2-40B4-BE49-F238E27FC236}">
                <a16:creationId xmlns:a16="http://schemas.microsoft.com/office/drawing/2014/main" id="{56A08DAB-4054-6D4C-0D9A-23E95A1C1CD2}"/>
              </a:ext>
            </a:extLst>
          </p:cNvPr>
          <p:cNvSpPr>
            <a:spLocks noGrp="1"/>
          </p:cNvSpPr>
          <p:nvPr>
            <p:ph type="body" sz="quarter" idx="17" hasCustomPrompt="1"/>
          </p:nvPr>
        </p:nvSpPr>
        <p:spPr>
          <a:xfrm>
            <a:off x="6225388" y="1994854"/>
            <a:ext cx="2651760" cy="4082096"/>
          </a:xfrm>
        </p:spPr>
        <p:txBody>
          <a:bodyPr lIns="0" tIns="73152" rIns="91440" bIns="45720"/>
          <a:lstStyle>
            <a:lvl1pPr>
              <a:defRPr sz="1400"/>
            </a:lvl1pPr>
            <a:lvl2pPr>
              <a:defRPr sz="1400"/>
            </a:lvl2pPr>
            <a:lvl3pPr>
              <a:defRPr sz="1400"/>
            </a:lvl3pPr>
            <a:lvl4pPr>
              <a:defRPr sz="1400"/>
            </a:lvl4pPr>
          </a:lstStyle>
          <a:p>
            <a:pPr lvl="0"/>
            <a:r>
              <a:rPr lang="en-US"/>
              <a:t>Level 01</a:t>
            </a:r>
          </a:p>
          <a:p>
            <a:pPr lvl="1"/>
            <a:r>
              <a:rPr lang="en-US"/>
              <a:t>Level 02</a:t>
            </a:r>
          </a:p>
          <a:p>
            <a:pPr lvl="2"/>
            <a:r>
              <a:rPr lang="en-US"/>
              <a:t>Level 03</a:t>
            </a:r>
          </a:p>
          <a:p>
            <a:pPr lvl="3"/>
            <a:r>
              <a:rPr lang="en-US"/>
              <a:t>Level 04</a:t>
            </a:r>
          </a:p>
        </p:txBody>
      </p:sp>
      <p:cxnSp>
        <p:nvCxnSpPr>
          <p:cNvPr id="14" name="Straight Connector 13">
            <a:extLst>
              <a:ext uri="{FF2B5EF4-FFF2-40B4-BE49-F238E27FC236}">
                <a16:creationId xmlns:a16="http://schemas.microsoft.com/office/drawing/2014/main" id="{5483FCCB-2C9D-3E40-0646-FB598DF53981}"/>
              </a:ext>
            </a:extLst>
          </p:cNvPr>
          <p:cNvCxnSpPr>
            <a:cxnSpLocks/>
          </p:cNvCxnSpPr>
          <p:nvPr userDrawn="1"/>
        </p:nvCxnSpPr>
        <p:spPr>
          <a:xfrm>
            <a:off x="9000459" y="1446213"/>
            <a:ext cx="0" cy="4630737"/>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5FB728DE-EE08-176A-4432-66A0B7D88664}"/>
              </a:ext>
            </a:extLst>
          </p:cNvPr>
          <p:cNvSpPr>
            <a:spLocks noGrp="1"/>
          </p:cNvSpPr>
          <p:nvPr>
            <p:ph type="body" sz="quarter" idx="24" hasCustomPrompt="1"/>
          </p:nvPr>
        </p:nvSpPr>
        <p:spPr>
          <a:xfrm>
            <a:off x="9123770" y="1446213"/>
            <a:ext cx="2651760" cy="548640"/>
          </a:xfrm>
        </p:spPr>
        <p:txBody>
          <a:bodyPr anchor="ctr"/>
          <a:lstStyle>
            <a:lvl1pPr marL="0" indent="0">
              <a:spcAft>
                <a:spcPts val="0"/>
              </a:spcAft>
              <a:buNone/>
              <a:defRPr sz="1600">
                <a:solidFill>
                  <a:schemeClr val="accent6"/>
                </a:solidFill>
                <a:latin typeface="+mj-lt"/>
              </a:defRPr>
            </a:lvl1pPr>
          </a:lstStyle>
          <a:p>
            <a:pPr lvl="0"/>
            <a:r>
              <a:rPr lang="en-US"/>
              <a:t>Heading</a:t>
            </a:r>
          </a:p>
        </p:txBody>
      </p:sp>
      <p:sp>
        <p:nvSpPr>
          <p:cNvPr id="3" name="Text Placeholder 11">
            <a:extLst>
              <a:ext uri="{FF2B5EF4-FFF2-40B4-BE49-F238E27FC236}">
                <a16:creationId xmlns:a16="http://schemas.microsoft.com/office/drawing/2014/main" id="{6A06F20C-3D16-6913-4223-0510D4DCF1F2}"/>
              </a:ext>
            </a:extLst>
          </p:cNvPr>
          <p:cNvSpPr>
            <a:spLocks noGrp="1"/>
          </p:cNvSpPr>
          <p:nvPr>
            <p:ph type="body" sz="quarter" idx="19" hasCustomPrompt="1"/>
          </p:nvPr>
        </p:nvSpPr>
        <p:spPr>
          <a:xfrm>
            <a:off x="9123770" y="1994854"/>
            <a:ext cx="2651760" cy="4082096"/>
          </a:xfrm>
        </p:spPr>
        <p:txBody>
          <a:bodyPr lIns="0" tIns="73152" rIns="91440" bIns="45720"/>
          <a:lstStyle>
            <a:lvl1pPr>
              <a:defRPr sz="1400"/>
            </a:lvl1pPr>
            <a:lvl2pPr>
              <a:defRPr sz="1400"/>
            </a:lvl2pPr>
            <a:lvl3pPr>
              <a:defRPr sz="1400"/>
            </a:lvl3pPr>
            <a:lvl4pPr>
              <a:defRPr sz="1400"/>
            </a:lvl4pPr>
          </a:lstStyle>
          <a:p>
            <a:pPr lvl="0"/>
            <a:r>
              <a:rPr lang="en-US"/>
              <a:t>Level 01</a:t>
            </a:r>
          </a:p>
          <a:p>
            <a:pPr lvl="1"/>
            <a:r>
              <a:rPr lang="en-US"/>
              <a:t>Level 02</a:t>
            </a:r>
          </a:p>
          <a:p>
            <a:pPr lvl="2"/>
            <a:r>
              <a:rPr lang="en-US"/>
              <a:t>Level 03</a:t>
            </a:r>
          </a:p>
          <a:p>
            <a:pPr lvl="3"/>
            <a:r>
              <a:rPr lang="en-US"/>
              <a:t>Level 04</a:t>
            </a:r>
          </a:p>
        </p:txBody>
      </p:sp>
      <p:sp>
        <p:nvSpPr>
          <p:cNvPr id="4" name="Slide Number Placeholder 5">
            <a:extLst>
              <a:ext uri="{FF2B5EF4-FFF2-40B4-BE49-F238E27FC236}">
                <a16:creationId xmlns:a16="http://schemas.microsoft.com/office/drawing/2014/main" id="{F39A5C7C-FF3B-791E-7112-DA49F4D0B189}"/>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120195868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wo column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7" name="Text Placeholder 3">
            <a:extLst>
              <a:ext uri="{FF2B5EF4-FFF2-40B4-BE49-F238E27FC236}">
                <a16:creationId xmlns:a16="http://schemas.microsoft.com/office/drawing/2014/main" id="{C2CA012C-3387-F6E7-BD07-7F68D4FD7B29}"/>
              </a:ext>
            </a:extLst>
          </p:cNvPr>
          <p:cNvSpPr>
            <a:spLocks noGrp="1"/>
          </p:cNvSpPr>
          <p:nvPr>
            <p:ph type="body" sz="quarter" idx="21" hasCustomPrompt="1"/>
          </p:nvPr>
        </p:nvSpPr>
        <p:spPr>
          <a:xfrm>
            <a:off x="428624" y="1446213"/>
            <a:ext cx="5486400" cy="548640"/>
          </a:xfrm>
        </p:spPr>
        <p:txBody>
          <a:bodyPr anchor="ctr"/>
          <a:lstStyle>
            <a:lvl1pPr marL="0" indent="0">
              <a:spcAft>
                <a:spcPts val="0"/>
              </a:spcAft>
              <a:buNone/>
              <a:defRPr sz="1800">
                <a:solidFill>
                  <a:schemeClr val="accent1"/>
                </a:solidFill>
                <a:latin typeface="+mj-lt"/>
              </a:defRPr>
            </a:lvl1pPr>
          </a:lstStyle>
          <a:p>
            <a:pPr lvl="0"/>
            <a:r>
              <a:rPr lang="en-US"/>
              <a:t>Heading</a:t>
            </a:r>
          </a:p>
        </p:txBody>
      </p:sp>
      <p:sp>
        <p:nvSpPr>
          <p:cNvPr id="4" name="Picture Placeholder 3">
            <a:extLst>
              <a:ext uri="{FF2B5EF4-FFF2-40B4-BE49-F238E27FC236}">
                <a16:creationId xmlns:a16="http://schemas.microsoft.com/office/drawing/2014/main" id="{D273CDCD-A3ED-25B5-B18D-BDF48020EDDD}"/>
              </a:ext>
            </a:extLst>
          </p:cNvPr>
          <p:cNvSpPr>
            <a:spLocks noGrp="1"/>
          </p:cNvSpPr>
          <p:nvPr>
            <p:ph type="pic" sz="quarter" idx="17"/>
          </p:nvPr>
        </p:nvSpPr>
        <p:spPr>
          <a:xfrm>
            <a:off x="428624" y="1994854"/>
            <a:ext cx="5486400" cy="4082096"/>
          </a:xfrm>
        </p:spPr>
        <p:txBody>
          <a:bodyPr anchor="ctr"/>
          <a:lstStyle>
            <a:lvl1pPr marL="0" indent="0" algn="ctr">
              <a:buNone/>
              <a:defRPr/>
            </a:lvl1pPr>
          </a:lstStyle>
          <a:p>
            <a:r>
              <a:rPr lang="en-US"/>
              <a:t>Click icon to add picture</a:t>
            </a:r>
          </a:p>
        </p:txBody>
      </p:sp>
      <p:sp>
        <p:nvSpPr>
          <p:cNvPr id="9" name="Text Placeholder 3">
            <a:extLst>
              <a:ext uri="{FF2B5EF4-FFF2-40B4-BE49-F238E27FC236}">
                <a16:creationId xmlns:a16="http://schemas.microsoft.com/office/drawing/2014/main" id="{28E350C6-C030-D9A7-8FFE-0C6BE159F13B}"/>
              </a:ext>
            </a:extLst>
          </p:cNvPr>
          <p:cNvSpPr>
            <a:spLocks noGrp="1"/>
          </p:cNvSpPr>
          <p:nvPr>
            <p:ph type="body" sz="quarter" idx="22" hasCustomPrompt="1"/>
          </p:nvPr>
        </p:nvSpPr>
        <p:spPr>
          <a:xfrm>
            <a:off x="6280150" y="1446213"/>
            <a:ext cx="5486400" cy="548640"/>
          </a:xfrm>
        </p:spPr>
        <p:txBody>
          <a:bodyPr anchor="ctr"/>
          <a:lstStyle>
            <a:lvl1pPr marL="0" indent="0">
              <a:spcAft>
                <a:spcPts val="0"/>
              </a:spcAft>
              <a:buNone/>
              <a:defRPr sz="1800">
                <a:solidFill>
                  <a:schemeClr val="accent3"/>
                </a:solidFill>
                <a:latin typeface="+mj-lt"/>
              </a:defRPr>
            </a:lvl1pPr>
          </a:lstStyle>
          <a:p>
            <a:pPr lvl="0"/>
            <a:r>
              <a:rPr lang="en-US"/>
              <a:t>Heading</a:t>
            </a:r>
          </a:p>
        </p:txBody>
      </p:sp>
      <p:sp>
        <p:nvSpPr>
          <p:cNvPr id="5" name="Picture Placeholder 3">
            <a:extLst>
              <a:ext uri="{FF2B5EF4-FFF2-40B4-BE49-F238E27FC236}">
                <a16:creationId xmlns:a16="http://schemas.microsoft.com/office/drawing/2014/main" id="{64FC30F8-E61C-6616-BF60-9AFD9F7EBEC9}"/>
              </a:ext>
            </a:extLst>
          </p:cNvPr>
          <p:cNvSpPr>
            <a:spLocks noGrp="1"/>
          </p:cNvSpPr>
          <p:nvPr>
            <p:ph type="pic" sz="quarter" idx="18"/>
          </p:nvPr>
        </p:nvSpPr>
        <p:spPr>
          <a:xfrm>
            <a:off x="6280150" y="1994854"/>
            <a:ext cx="5486400" cy="4082096"/>
          </a:xfrm>
        </p:spPr>
        <p:txBody>
          <a:bodyPr anchor="ctr"/>
          <a:lstStyle>
            <a:lvl1pPr marL="0" indent="0" algn="ctr">
              <a:buNone/>
              <a:defRPr/>
            </a:lvl1pPr>
          </a:lstStyle>
          <a:p>
            <a:r>
              <a:rPr lang="en-US"/>
              <a:t>Click icon to add picture</a:t>
            </a:r>
          </a:p>
        </p:txBody>
      </p:sp>
      <p:sp>
        <p:nvSpPr>
          <p:cNvPr id="3" name="Slide Number Placeholder 5">
            <a:extLst>
              <a:ext uri="{FF2B5EF4-FFF2-40B4-BE49-F238E27FC236}">
                <a16:creationId xmlns:a16="http://schemas.microsoft.com/office/drawing/2014/main" id="{B5B1AEC1-40BF-926F-B166-C26EDD113684}"/>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425068880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hree column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6" name="Text Placeholder 3">
            <a:extLst>
              <a:ext uri="{FF2B5EF4-FFF2-40B4-BE49-F238E27FC236}">
                <a16:creationId xmlns:a16="http://schemas.microsoft.com/office/drawing/2014/main" id="{5C2280E2-8456-6A59-68C6-B002ACDE4A5D}"/>
              </a:ext>
            </a:extLst>
          </p:cNvPr>
          <p:cNvSpPr>
            <a:spLocks noGrp="1"/>
          </p:cNvSpPr>
          <p:nvPr>
            <p:ph type="body" sz="quarter" idx="22" hasCustomPrompt="1"/>
          </p:nvPr>
        </p:nvSpPr>
        <p:spPr>
          <a:xfrm>
            <a:off x="428624" y="1446213"/>
            <a:ext cx="3566160" cy="548640"/>
          </a:xfrm>
        </p:spPr>
        <p:txBody>
          <a:bodyPr anchor="ctr"/>
          <a:lstStyle>
            <a:lvl1pPr marL="0" indent="0">
              <a:spcAft>
                <a:spcPts val="0"/>
              </a:spcAft>
              <a:buNone/>
              <a:defRPr sz="1800">
                <a:solidFill>
                  <a:schemeClr val="accent1"/>
                </a:solidFill>
                <a:latin typeface="+mj-lt"/>
              </a:defRPr>
            </a:lvl1pPr>
          </a:lstStyle>
          <a:p>
            <a:pPr lvl="0"/>
            <a:r>
              <a:rPr lang="en-US"/>
              <a:t>Heading</a:t>
            </a:r>
          </a:p>
        </p:txBody>
      </p:sp>
      <p:sp>
        <p:nvSpPr>
          <p:cNvPr id="3" name="Picture Placeholder 3">
            <a:extLst>
              <a:ext uri="{FF2B5EF4-FFF2-40B4-BE49-F238E27FC236}">
                <a16:creationId xmlns:a16="http://schemas.microsoft.com/office/drawing/2014/main" id="{3ABED1DD-3627-3441-AC4C-69C0E51BE10F}"/>
              </a:ext>
            </a:extLst>
          </p:cNvPr>
          <p:cNvSpPr>
            <a:spLocks noGrp="1"/>
          </p:cNvSpPr>
          <p:nvPr>
            <p:ph type="pic" sz="quarter" idx="19"/>
          </p:nvPr>
        </p:nvSpPr>
        <p:spPr>
          <a:xfrm>
            <a:off x="428624" y="1994854"/>
            <a:ext cx="3566160" cy="4082096"/>
          </a:xfrm>
        </p:spPr>
        <p:txBody>
          <a:bodyPr anchor="ctr"/>
          <a:lstStyle>
            <a:lvl1pPr marL="0" indent="0" algn="ctr">
              <a:buNone/>
              <a:defRPr sz="1400"/>
            </a:lvl1pPr>
          </a:lstStyle>
          <a:p>
            <a:r>
              <a:rPr lang="en-US"/>
              <a:t>Click icon to add picture</a:t>
            </a:r>
          </a:p>
        </p:txBody>
      </p:sp>
      <p:sp>
        <p:nvSpPr>
          <p:cNvPr id="7" name="Text Placeholder 3">
            <a:extLst>
              <a:ext uri="{FF2B5EF4-FFF2-40B4-BE49-F238E27FC236}">
                <a16:creationId xmlns:a16="http://schemas.microsoft.com/office/drawing/2014/main" id="{52CCFF94-B857-D8DC-B2CD-0FFF4A50C300}"/>
              </a:ext>
            </a:extLst>
          </p:cNvPr>
          <p:cNvSpPr>
            <a:spLocks noGrp="1"/>
          </p:cNvSpPr>
          <p:nvPr>
            <p:ph type="body" sz="quarter" idx="23" hasCustomPrompt="1"/>
          </p:nvPr>
        </p:nvSpPr>
        <p:spPr>
          <a:xfrm>
            <a:off x="4318707" y="1446213"/>
            <a:ext cx="3566160" cy="548640"/>
          </a:xfrm>
        </p:spPr>
        <p:txBody>
          <a:bodyPr anchor="ctr"/>
          <a:lstStyle>
            <a:lvl1pPr marL="0" indent="0">
              <a:spcAft>
                <a:spcPts val="0"/>
              </a:spcAft>
              <a:buNone/>
              <a:defRPr sz="1800">
                <a:solidFill>
                  <a:schemeClr val="accent3"/>
                </a:solidFill>
                <a:latin typeface="+mj-lt"/>
              </a:defRPr>
            </a:lvl1pPr>
          </a:lstStyle>
          <a:p>
            <a:pPr lvl="0"/>
            <a:r>
              <a:rPr lang="en-US"/>
              <a:t>Heading</a:t>
            </a:r>
          </a:p>
        </p:txBody>
      </p:sp>
      <p:sp>
        <p:nvSpPr>
          <p:cNvPr id="4" name="Picture Placeholder 3">
            <a:extLst>
              <a:ext uri="{FF2B5EF4-FFF2-40B4-BE49-F238E27FC236}">
                <a16:creationId xmlns:a16="http://schemas.microsoft.com/office/drawing/2014/main" id="{2918F928-6CA5-FEF8-D882-6AA9F401BE7D}"/>
              </a:ext>
            </a:extLst>
          </p:cNvPr>
          <p:cNvSpPr>
            <a:spLocks noGrp="1"/>
          </p:cNvSpPr>
          <p:nvPr>
            <p:ph type="pic" sz="quarter" idx="20"/>
          </p:nvPr>
        </p:nvSpPr>
        <p:spPr>
          <a:xfrm>
            <a:off x="4318707" y="1994854"/>
            <a:ext cx="3566160" cy="4082096"/>
          </a:xfrm>
        </p:spPr>
        <p:txBody>
          <a:bodyPr anchor="ctr"/>
          <a:lstStyle>
            <a:lvl1pPr marL="0" indent="0" algn="ctr">
              <a:buNone/>
              <a:defRPr sz="1400"/>
            </a:lvl1pPr>
          </a:lstStyle>
          <a:p>
            <a:r>
              <a:rPr lang="en-US"/>
              <a:t>Click icon to add picture</a:t>
            </a:r>
          </a:p>
        </p:txBody>
      </p:sp>
      <p:sp>
        <p:nvSpPr>
          <p:cNvPr id="9" name="Text Placeholder 3">
            <a:extLst>
              <a:ext uri="{FF2B5EF4-FFF2-40B4-BE49-F238E27FC236}">
                <a16:creationId xmlns:a16="http://schemas.microsoft.com/office/drawing/2014/main" id="{3242A419-9A8D-61BF-51EB-69513EA5BE23}"/>
              </a:ext>
            </a:extLst>
          </p:cNvPr>
          <p:cNvSpPr>
            <a:spLocks noGrp="1"/>
          </p:cNvSpPr>
          <p:nvPr>
            <p:ph type="body" sz="quarter" idx="24" hasCustomPrompt="1"/>
          </p:nvPr>
        </p:nvSpPr>
        <p:spPr>
          <a:xfrm>
            <a:off x="8208790" y="1446213"/>
            <a:ext cx="3566160" cy="548640"/>
          </a:xfrm>
        </p:spPr>
        <p:txBody>
          <a:bodyPr anchor="ctr"/>
          <a:lstStyle>
            <a:lvl1pPr marL="0" indent="0">
              <a:spcAft>
                <a:spcPts val="0"/>
              </a:spcAft>
              <a:buNone/>
              <a:defRPr sz="1800">
                <a:solidFill>
                  <a:schemeClr val="accent5"/>
                </a:solidFill>
                <a:latin typeface="+mj-lt"/>
              </a:defRPr>
            </a:lvl1pPr>
          </a:lstStyle>
          <a:p>
            <a:pPr lvl="0"/>
            <a:r>
              <a:rPr lang="en-US"/>
              <a:t>Heading</a:t>
            </a:r>
          </a:p>
        </p:txBody>
      </p:sp>
      <p:sp>
        <p:nvSpPr>
          <p:cNvPr id="5" name="Picture Placeholder 3">
            <a:extLst>
              <a:ext uri="{FF2B5EF4-FFF2-40B4-BE49-F238E27FC236}">
                <a16:creationId xmlns:a16="http://schemas.microsoft.com/office/drawing/2014/main" id="{0ED812F7-BF5D-DF64-7216-C1D7D0E71804}"/>
              </a:ext>
            </a:extLst>
          </p:cNvPr>
          <p:cNvSpPr>
            <a:spLocks noGrp="1"/>
          </p:cNvSpPr>
          <p:nvPr>
            <p:ph type="pic" sz="quarter" idx="21"/>
          </p:nvPr>
        </p:nvSpPr>
        <p:spPr>
          <a:xfrm>
            <a:off x="8208790" y="1994854"/>
            <a:ext cx="3566160" cy="4082096"/>
          </a:xfrm>
        </p:spPr>
        <p:txBody>
          <a:bodyPr anchor="ctr"/>
          <a:lstStyle>
            <a:lvl1pPr marL="0" indent="0" algn="ctr">
              <a:buNone/>
              <a:defRPr sz="1400"/>
            </a:lvl1pPr>
          </a:lstStyle>
          <a:p>
            <a:r>
              <a:rPr lang="en-US"/>
              <a:t>Click icon to add picture</a:t>
            </a:r>
          </a:p>
        </p:txBody>
      </p:sp>
      <p:sp>
        <p:nvSpPr>
          <p:cNvPr id="10" name="Slide Number Placeholder 5">
            <a:extLst>
              <a:ext uri="{FF2B5EF4-FFF2-40B4-BE49-F238E27FC236}">
                <a16:creationId xmlns:a16="http://schemas.microsoft.com/office/drawing/2014/main" id="{3D7EF800-D5AD-6EA2-68D5-8EACC1DBE5EA}"/>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375114522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Four column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3" name="Text Placeholder 3">
            <a:extLst>
              <a:ext uri="{FF2B5EF4-FFF2-40B4-BE49-F238E27FC236}">
                <a16:creationId xmlns:a16="http://schemas.microsoft.com/office/drawing/2014/main" id="{3B4DF86C-4686-D09F-9CDD-05397E5EA11B}"/>
              </a:ext>
            </a:extLst>
          </p:cNvPr>
          <p:cNvSpPr>
            <a:spLocks noGrp="1"/>
          </p:cNvSpPr>
          <p:nvPr>
            <p:ph type="body" sz="quarter" idx="25" hasCustomPrompt="1"/>
          </p:nvPr>
        </p:nvSpPr>
        <p:spPr>
          <a:xfrm>
            <a:off x="428624" y="1446213"/>
            <a:ext cx="2697480" cy="548640"/>
          </a:xfrm>
        </p:spPr>
        <p:txBody>
          <a:bodyPr anchor="ctr"/>
          <a:lstStyle>
            <a:lvl1pPr marL="0" indent="0">
              <a:spcAft>
                <a:spcPts val="0"/>
              </a:spcAft>
              <a:buNone/>
              <a:defRPr sz="1600">
                <a:solidFill>
                  <a:schemeClr val="accent1"/>
                </a:solidFill>
                <a:latin typeface="+mj-lt"/>
              </a:defRPr>
            </a:lvl1pPr>
          </a:lstStyle>
          <a:p>
            <a:pPr lvl="0"/>
            <a:r>
              <a:rPr lang="en-US"/>
              <a:t>Heading</a:t>
            </a:r>
          </a:p>
        </p:txBody>
      </p:sp>
      <p:sp>
        <p:nvSpPr>
          <p:cNvPr id="25" name="Picture Placeholder 3">
            <a:extLst>
              <a:ext uri="{FF2B5EF4-FFF2-40B4-BE49-F238E27FC236}">
                <a16:creationId xmlns:a16="http://schemas.microsoft.com/office/drawing/2014/main" id="{7F7ACD8F-903F-4AA5-CF40-F541838B617A}"/>
              </a:ext>
            </a:extLst>
          </p:cNvPr>
          <p:cNvSpPr>
            <a:spLocks noGrp="1"/>
          </p:cNvSpPr>
          <p:nvPr>
            <p:ph type="pic" sz="quarter" idx="21"/>
          </p:nvPr>
        </p:nvSpPr>
        <p:spPr>
          <a:xfrm>
            <a:off x="428624" y="1994854"/>
            <a:ext cx="2697480" cy="4082096"/>
          </a:xfrm>
        </p:spPr>
        <p:txBody>
          <a:bodyPr anchor="ctr"/>
          <a:lstStyle>
            <a:lvl1pPr marL="0" indent="0" algn="ctr">
              <a:buNone/>
              <a:defRPr sz="1400"/>
            </a:lvl1pPr>
          </a:lstStyle>
          <a:p>
            <a:r>
              <a:rPr lang="en-US"/>
              <a:t>Click icon to add picture</a:t>
            </a:r>
          </a:p>
        </p:txBody>
      </p:sp>
      <p:sp>
        <p:nvSpPr>
          <p:cNvPr id="4" name="Text Placeholder 3">
            <a:extLst>
              <a:ext uri="{FF2B5EF4-FFF2-40B4-BE49-F238E27FC236}">
                <a16:creationId xmlns:a16="http://schemas.microsoft.com/office/drawing/2014/main" id="{464460DE-EC5C-7D9A-E60B-C77EBEE2719C}"/>
              </a:ext>
            </a:extLst>
          </p:cNvPr>
          <p:cNvSpPr>
            <a:spLocks noGrp="1"/>
          </p:cNvSpPr>
          <p:nvPr>
            <p:ph type="body" sz="quarter" idx="26" hasCustomPrompt="1"/>
          </p:nvPr>
        </p:nvSpPr>
        <p:spPr>
          <a:xfrm>
            <a:off x="3311573" y="1446213"/>
            <a:ext cx="2697480" cy="548640"/>
          </a:xfrm>
        </p:spPr>
        <p:txBody>
          <a:bodyPr anchor="ctr"/>
          <a:lstStyle>
            <a:lvl1pPr marL="0" indent="0">
              <a:spcAft>
                <a:spcPts val="0"/>
              </a:spcAft>
              <a:buNone/>
              <a:defRPr sz="1600">
                <a:solidFill>
                  <a:schemeClr val="accent3"/>
                </a:solidFill>
                <a:latin typeface="+mj-lt"/>
              </a:defRPr>
            </a:lvl1pPr>
          </a:lstStyle>
          <a:p>
            <a:pPr lvl="0"/>
            <a:r>
              <a:rPr lang="en-US"/>
              <a:t>Heading</a:t>
            </a:r>
          </a:p>
        </p:txBody>
      </p:sp>
      <p:sp>
        <p:nvSpPr>
          <p:cNvPr id="28" name="Picture Placeholder 3">
            <a:extLst>
              <a:ext uri="{FF2B5EF4-FFF2-40B4-BE49-F238E27FC236}">
                <a16:creationId xmlns:a16="http://schemas.microsoft.com/office/drawing/2014/main" id="{96B97E46-018E-5555-A397-28255F5CD3CF}"/>
              </a:ext>
            </a:extLst>
          </p:cNvPr>
          <p:cNvSpPr>
            <a:spLocks noGrp="1"/>
          </p:cNvSpPr>
          <p:nvPr>
            <p:ph type="pic" sz="quarter" idx="24"/>
          </p:nvPr>
        </p:nvSpPr>
        <p:spPr>
          <a:xfrm>
            <a:off x="3311573" y="1994854"/>
            <a:ext cx="2697480" cy="4082096"/>
          </a:xfrm>
        </p:spPr>
        <p:txBody>
          <a:bodyPr anchor="ctr"/>
          <a:lstStyle>
            <a:lvl1pPr marL="0" indent="0" algn="ctr">
              <a:buNone/>
              <a:defRPr sz="1400"/>
            </a:lvl1pPr>
          </a:lstStyle>
          <a:p>
            <a:r>
              <a:rPr lang="en-US"/>
              <a:t>Click icon to add picture</a:t>
            </a:r>
          </a:p>
        </p:txBody>
      </p:sp>
      <p:sp>
        <p:nvSpPr>
          <p:cNvPr id="5" name="Text Placeholder 3">
            <a:extLst>
              <a:ext uri="{FF2B5EF4-FFF2-40B4-BE49-F238E27FC236}">
                <a16:creationId xmlns:a16="http://schemas.microsoft.com/office/drawing/2014/main" id="{572B8F90-4F7E-E6C3-8446-7D3736C9E4B6}"/>
              </a:ext>
            </a:extLst>
          </p:cNvPr>
          <p:cNvSpPr>
            <a:spLocks noGrp="1"/>
          </p:cNvSpPr>
          <p:nvPr>
            <p:ph type="body" sz="quarter" idx="27" hasCustomPrompt="1"/>
          </p:nvPr>
        </p:nvSpPr>
        <p:spPr>
          <a:xfrm>
            <a:off x="6194522" y="1446213"/>
            <a:ext cx="2697480" cy="548640"/>
          </a:xfrm>
        </p:spPr>
        <p:txBody>
          <a:bodyPr anchor="ctr"/>
          <a:lstStyle>
            <a:lvl1pPr marL="0" indent="0">
              <a:spcAft>
                <a:spcPts val="0"/>
              </a:spcAft>
              <a:buNone/>
              <a:defRPr sz="1600">
                <a:solidFill>
                  <a:schemeClr val="accent5"/>
                </a:solidFill>
                <a:latin typeface="+mj-lt"/>
              </a:defRPr>
            </a:lvl1pPr>
          </a:lstStyle>
          <a:p>
            <a:pPr lvl="0"/>
            <a:r>
              <a:rPr lang="en-US"/>
              <a:t>Heading</a:t>
            </a:r>
          </a:p>
        </p:txBody>
      </p:sp>
      <p:sp>
        <p:nvSpPr>
          <p:cNvPr id="27" name="Picture Placeholder 3">
            <a:extLst>
              <a:ext uri="{FF2B5EF4-FFF2-40B4-BE49-F238E27FC236}">
                <a16:creationId xmlns:a16="http://schemas.microsoft.com/office/drawing/2014/main" id="{FC83B583-51BF-F117-8EAB-16719367BBB6}"/>
              </a:ext>
            </a:extLst>
          </p:cNvPr>
          <p:cNvSpPr>
            <a:spLocks noGrp="1"/>
          </p:cNvSpPr>
          <p:nvPr>
            <p:ph type="pic" sz="quarter" idx="23"/>
          </p:nvPr>
        </p:nvSpPr>
        <p:spPr>
          <a:xfrm>
            <a:off x="6194522" y="1994854"/>
            <a:ext cx="2697480" cy="4082096"/>
          </a:xfrm>
        </p:spPr>
        <p:txBody>
          <a:bodyPr anchor="ctr"/>
          <a:lstStyle>
            <a:lvl1pPr marL="0" indent="0" algn="ctr">
              <a:buNone/>
              <a:defRPr sz="1400"/>
            </a:lvl1pPr>
          </a:lstStyle>
          <a:p>
            <a:r>
              <a:rPr lang="en-US"/>
              <a:t>Click icon to add picture</a:t>
            </a:r>
          </a:p>
        </p:txBody>
      </p:sp>
      <p:sp>
        <p:nvSpPr>
          <p:cNvPr id="6" name="Text Placeholder 3">
            <a:extLst>
              <a:ext uri="{FF2B5EF4-FFF2-40B4-BE49-F238E27FC236}">
                <a16:creationId xmlns:a16="http://schemas.microsoft.com/office/drawing/2014/main" id="{DE7EB277-5C78-54AF-0C0C-DA543BC54271}"/>
              </a:ext>
            </a:extLst>
          </p:cNvPr>
          <p:cNvSpPr>
            <a:spLocks noGrp="1"/>
          </p:cNvSpPr>
          <p:nvPr>
            <p:ph type="body" sz="quarter" idx="28" hasCustomPrompt="1"/>
          </p:nvPr>
        </p:nvSpPr>
        <p:spPr>
          <a:xfrm>
            <a:off x="9077470" y="1446213"/>
            <a:ext cx="2697480" cy="548640"/>
          </a:xfrm>
        </p:spPr>
        <p:txBody>
          <a:bodyPr anchor="ctr"/>
          <a:lstStyle>
            <a:lvl1pPr marL="0" indent="0">
              <a:spcAft>
                <a:spcPts val="0"/>
              </a:spcAft>
              <a:buNone/>
              <a:defRPr sz="1600">
                <a:solidFill>
                  <a:schemeClr val="accent6"/>
                </a:solidFill>
                <a:latin typeface="+mj-lt"/>
              </a:defRPr>
            </a:lvl1pPr>
          </a:lstStyle>
          <a:p>
            <a:pPr lvl="0"/>
            <a:r>
              <a:rPr lang="en-US"/>
              <a:t>Heading</a:t>
            </a:r>
          </a:p>
        </p:txBody>
      </p:sp>
      <p:sp>
        <p:nvSpPr>
          <p:cNvPr id="26" name="Picture Placeholder 3">
            <a:extLst>
              <a:ext uri="{FF2B5EF4-FFF2-40B4-BE49-F238E27FC236}">
                <a16:creationId xmlns:a16="http://schemas.microsoft.com/office/drawing/2014/main" id="{A45CB8E2-394E-796C-52EE-17D17DF169E6}"/>
              </a:ext>
            </a:extLst>
          </p:cNvPr>
          <p:cNvSpPr>
            <a:spLocks noGrp="1"/>
          </p:cNvSpPr>
          <p:nvPr>
            <p:ph type="pic" sz="quarter" idx="22"/>
          </p:nvPr>
        </p:nvSpPr>
        <p:spPr>
          <a:xfrm>
            <a:off x="9077470" y="1994854"/>
            <a:ext cx="2697480" cy="4082096"/>
          </a:xfrm>
        </p:spPr>
        <p:txBody>
          <a:bodyPr anchor="ctr"/>
          <a:lstStyle>
            <a:lvl1pPr marL="0" indent="0" algn="ctr">
              <a:buNone/>
              <a:defRPr sz="1400"/>
            </a:lvl1pPr>
          </a:lstStyle>
          <a:p>
            <a:r>
              <a:rPr lang="en-US"/>
              <a:t>Click icon to add picture</a:t>
            </a:r>
          </a:p>
        </p:txBody>
      </p:sp>
      <p:sp>
        <p:nvSpPr>
          <p:cNvPr id="7" name="Slide Number Placeholder 5">
            <a:extLst>
              <a:ext uri="{FF2B5EF4-FFF2-40B4-BE49-F238E27FC236}">
                <a16:creationId xmlns:a16="http://schemas.microsoft.com/office/drawing/2014/main" id="{F695E5FE-6AE6-5F54-59EB-08105E1B8272}"/>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43593912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wo column pictur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25" name="Picture Placeholder 3">
            <a:extLst>
              <a:ext uri="{FF2B5EF4-FFF2-40B4-BE49-F238E27FC236}">
                <a16:creationId xmlns:a16="http://schemas.microsoft.com/office/drawing/2014/main" id="{7F7ACD8F-903F-4AA5-CF40-F541838B617A}"/>
              </a:ext>
            </a:extLst>
          </p:cNvPr>
          <p:cNvSpPr>
            <a:spLocks noGrp="1"/>
          </p:cNvSpPr>
          <p:nvPr>
            <p:ph type="pic" sz="quarter" idx="21"/>
          </p:nvPr>
        </p:nvSpPr>
        <p:spPr>
          <a:xfrm>
            <a:off x="428624" y="1446213"/>
            <a:ext cx="5486400" cy="1522607"/>
          </a:xfrm>
        </p:spPr>
        <p:txBody>
          <a:bodyPr anchor="ctr"/>
          <a:lstStyle>
            <a:lvl1pPr marL="0" indent="0" algn="ctr">
              <a:buNone/>
              <a:defRPr sz="1400"/>
            </a:lvl1pPr>
          </a:lstStyle>
          <a:p>
            <a:r>
              <a:rPr lang="en-US"/>
              <a:t>Click icon to add picture</a:t>
            </a:r>
          </a:p>
        </p:txBody>
      </p:sp>
      <p:sp>
        <p:nvSpPr>
          <p:cNvPr id="5" name="Text Placeholder 3">
            <a:extLst>
              <a:ext uri="{FF2B5EF4-FFF2-40B4-BE49-F238E27FC236}">
                <a16:creationId xmlns:a16="http://schemas.microsoft.com/office/drawing/2014/main" id="{14016A94-A7DE-DAE3-0EE2-A8FF8619D3F5}"/>
              </a:ext>
            </a:extLst>
          </p:cNvPr>
          <p:cNvSpPr>
            <a:spLocks noGrp="1"/>
          </p:cNvSpPr>
          <p:nvPr>
            <p:ph type="body" sz="quarter" idx="22" hasCustomPrompt="1"/>
          </p:nvPr>
        </p:nvSpPr>
        <p:spPr>
          <a:xfrm>
            <a:off x="428624" y="2968820"/>
            <a:ext cx="5486400" cy="548640"/>
          </a:xfrm>
        </p:spPr>
        <p:txBody>
          <a:bodyPr anchor="ctr"/>
          <a:lstStyle>
            <a:lvl1pPr marL="0" indent="0">
              <a:spcAft>
                <a:spcPts val="0"/>
              </a:spcAft>
              <a:buNone/>
              <a:defRPr sz="1800">
                <a:solidFill>
                  <a:schemeClr val="accent1"/>
                </a:solidFill>
                <a:latin typeface="+mj-lt"/>
              </a:defRPr>
            </a:lvl1pPr>
          </a:lstStyle>
          <a:p>
            <a:pPr lvl="0"/>
            <a:r>
              <a:rPr lang="en-US"/>
              <a:t>Heading</a:t>
            </a:r>
          </a:p>
        </p:txBody>
      </p:sp>
      <p:sp>
        <p:nvSpPr>
          <p:cNvPr id="9" name="Content Placeholder 2">
            <a:extLst>
              <a:ext uri="{FF2B5EF4-FFF2-40B4-BE49-F238E27FC236}">
                <a16:creationId xmlns:a16="http://schemas.microsoft.com/office/drawing/2014/main" id="{8145BD5C-F8FB-36C9-4EE1-AB37715D6736}"/>
              </a:ext>
            </a:extLst>
          </p:cNvPr>
          <p:cNvSpPr>
            <a:spLocks noGrp="1"/>
          </p:cNvSpPr>
          <p:nvPr>
            <p:ph idx="12" hasCustomPrompt="1"/>
          </p:nvPr>
        </p:nvSpPr>
        <p:spPr>
          <a:xfrm>
            <a:off x="428624" y="3517460"/>
            <a:ext cx="5486400" cy="2559490"/>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28" name="Picture Placeholder 3">
            <a:extLst>
              <a:ext uri="{FF2B5EF4-FFF2-40B4-BE49-F238E27FC236}">
                <a16:creationId xmlns:a16="http://schemas.microsoft.com/office/drawing/2014/main" id="{96B97E46-018E-5555-A397-28255F5CD3CF}"/>
              </a:ext>
            </a:extLst>
          </p:cNvPr>
          <p:cNvSpPr>
            <a:spLocks noGrp="1"/>
          </p:cNvSpPr>
          <p:nvPr>
            <p:ph type="pic" sz="quarter" idx="24"/>
          </p:nvPr>
        </p:nvSpPr>
        <p:spPr>
          <a:xfrm>
            <a:off x="6276978" y="1446213"/>
            <a:ext cx="5486400" cy="1522607"/>
          </a:xfrm>
        </p:spPr>
        <p:txBody>
          <a:bodyPr anchor="ctr"/>
          <a:lstStyle>
            <a:lvl1pPr marL="0" indent="0" algn="ctr">
              <a:buNone/>
              <a:defRPr sz="1400"/>
            </a:lvl1pPr>
          </a:lstStyle>
          <a:p>
            <a:r>
              <a:rPr lang="en-US"/>
              <a:t>Click icon to add picture</a:t>
            </a:r>
          </a:p>
        </p:txBody>
      </p:sp>
      <p:sp>
        <p:nvSpPr>
          <p:cNvPr id="6" name="Text Placeholder 3">
            <a:extLst>
              <a:ext uri="{FF2B5EF4-FFF2-40B4-BE49-F238E27FC236}">
                <a16:creationId xmlns:a16="http://schemas.microsoft.com/office/drawing/2014/main" id="{0005BD77-4BBE-2F03-AFA8-87F126BB6A24}"/>
              </a:ext>
            </a:extLst>
          </p:cNvPr>
          <p:cNvSpPr>
            <a:spLocks noGrp="1"/>
          </p:cNvSpPr>
          <p:nvPr>
            <p:ph type="body" sz="quarter" idx="26" hasCustomPrompt="1"/>
          </p:nvPr>
        </p:nvSpPr>
        <p:spPr>
          <a:xfrm>
            <a:off x="6276978" y="2968820"/>
            <a:ext cx="5486400" cy="548640"/>
          </a:xfrm>
        </p:spPr>
        <p:txBody>
          <a:bodyPr anchor="ctr"/>
          <a:lstStyle>
            <a:lvl1pPr marL="0" indent="0">
              <a:spcAft>
                <a:spcPts val="0"/>
              </a:spcAft>
              <a:buNone/>
              <a:defRPr sz="1800">
                <a:solidFill>
                  <a:schemeClr val="accent3"/>
                </a:solidFill>
                <a:latin typeface="+mj-lt"/>
              </a:defRPr>
            </a:lvl1pPr>
          </a:lstStyle>
          <a:p>
            <a:pPr lvl="0"/>
            <a:r>
              <a:rPr lang="en-US"/>
              <a:t>Heading</a:t>
            </a:r>
          </a:p>
        </p:txBody>
      </p:sp>
      <p:sp>
        <p:nvSpPr>
          <p:cNvPr id="10" name="Content Placeholder 2">
            <a:extLst>
              <a:ext uri="{FF2B5EF4-FFF2-40B4-BE49-F238E27FC236}">
                <a16:creationId xmlns:a16="http://schemas.microsoft.com/office/drawing/2014/main" id="{4DA3DC55-D289-438E-D71E-EB8529434583}"/>
              </a:ext>
            </a:extLst>
          </p:cNvPr>
          <p:cNvSpPr>
            <a:spLocks noGrp="1"/>
          </p:cNvSpPr>
          <p:nvPr>
            <p:ph idx="27" hasCustomPrompt="1"/>
          </p:nvPr>
        </p:nvSpPr>
        <p:spPr>
          <a:xfrm>
            <a:off x="6276978" y="3517460"/>
            <a:ext cx="5486400" cy="2559490"/>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7" name="Slide Number Placeholder 5">
            <a:extLst>
              <a:ext uri="{FF2B5EF4-FFF2-40B4-BE49-F238E27FC236}">
                <a16:creationId xmlns:a16="http://schemas.microsoft.com/office/drawing/2014/main" id="{DF72C938-C047-38AD-D83C-189C1AC036AE}"/>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174612301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hree column pictur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25" name="Picture Placeholder 3">
            <a:extLst>
              <a:ext uri="{FF2B5EF4-FFF2-40B4-BE49-F238E27FC236}">
                <a16:creationId xmlns:a16="http://schemas.microsoft.com/office/drawing/2014/main" id="{7F7ACD8F-903F-4AA5-CF40-F541838B617A}"/>
              </a:ext>
            </a:extLst>
          </p:cNvPr>
          <p:cNvSpPr>
            <a:spLocks noGrp="1"/>
          </p:cNvSpPr>
          <p:nvPr>
            <p:ph type="pic" sz="quarter" idx="21"/>
          </p:nvPr>
        </p:nvSpPr>
        <p:spPr>
          <a:xfrm>
            <a:off x="428624" y="1446213"/>
            <a:ext cx="3566160" cy="1522607"/>
          </a:xfrm>
        </p:spPr>
        <p:txBody>
          <a:bodyPr anchor="ctr"/>
          <a:lstStyle>
            <a:lvl1pPr marL="0" indent="0" algn="ctr">
              <a:buNone/>
              <a:defRPr sz="1400"/>
            </a:lvl1pPr>
          </a:lstStyle>
          <a:p>
            <a:r>
              <a:rPr lang="en-US"/>
              <a:t>Click icon to add picture</a:t>
            </a:r>
          </a:p>
        </p:txBody>
      </p:sp>
      <p:sp>
        <p:nvSpPr>
          <p:cNvPr id="6" name="Text Placeholder 3">
            <a:extLst>
              <a:ext uri="{FF2B5EF4-FFF2-40B4-BE49-F238E27FC236}">
                <a16:creationId xmlns:a16="http://schemas.microsoft.com/office/drawing/2014/main" id="{2C979499-D739-73B9-FE75-660BB28AD740}"/>
              </a:ext>
            </a:extLst>
          </p:cNvPr>
          <p:cNvSpPr>
            <a:spLocks noGrp="1"/>
          </p:cNvSpPr>
          <p:nvPr>
            <p:ph type="body" sz="quarter" idx="22" hasCustomPrompt="1"/>
          </p:nvPr>
        </p:nvSpPr>
        <p:spPr>
          <a:xfrm>
            <a:off x="428624" y="2968820"/>
            <a:ext cx="3566160" cy="548640"/>
          </a:xfrm>
        </p:spPr>
        <p:txBody>
          <a:bodyPr anchor="ctr"/>
          <a:lstStyle>
            <a:lvl1pPr marL="0" indent="0">
              <a:spcAft>
                <a:spcPts val="0"/>
              </a:spcAft>
              <a:buNone/>
              <a:defRPr sz="1600">
                <a:solidFill>
                  <a:schemeClr val="accent1"/>
                </a:solidFill>
                <a:latin typeface="+mj-lt"/>
              </a:defRPr>
            </a:lvl1pPr>
          </a:lstStyle>
          <a:p>
            <a:pPr lvl="0"/>
            <a:r>
              <a:rPr lang="en-US"/>
              <a:t>Heading</a:t>
            </a:r>
          </a:p>
        </p:txBody>
      </p:sp>
      <p:sp>
        <p:nvSpPr>
          <p:cNvPr id="3" name="Text Placeholder 11">
            <a:extLst>
              <a:ext uri="{FF2B5EF4-FFF2-40B4-BE49-F238E27FC236}">
                <a16:creationId xmlns:a16="http://schemas.microsoft.com/office/drawing/2014/main" id="{925B4298-4DFC-5A17-A61C-10AF6A947FE7}"/>
              </a:ext>
            </a:extLst>
          </p:cNvPr>
          <p:cNvSpPr>
            <a:spLocks noGrp="1"/>
          </p:cNvSpPr>
          <p:nvPr>
            <p:ph type="body" sz="quarter" idx="13" hasCustomPrompt="1"/>
          </p:nvPr>
        </p:nvSpPr>
        <p:spPr>
          <a:xfrm>
            <a:off x="428624" y="3517460"/>
            <a:ext cx="3566160" cy="2559490"/>
          </a:xfrm>
        </p:spPr>
        <p:txBody>
          <a:bodyPr lIns="0" tIns="73152" rIns="91440" bIns="45720"/>
          <a:lstStyle>
            <a:lvl1pPr>
              <a:defRPr sz="1400"/>
            </a:lvl1pPr>
            <a:lvl2pPr>
              <a:defRPr sz="1400"/>
            </a:lvl2pPr>
            <a:lvl3pPr>
              <a:defRPr sz="1400"/>
            </a:lvl3pPr>
            <a:lvl4pPr>
              <a:defRPr sz="1400"/>
            </a:lvl4pPr>
          </a:lstStyle>
          <a:p>
            <a:pPr lvl="0"/>
            <a:r>
              <a:rPr lang="en-US"/>
              <a:t>Level 01</a:t>
            </a:r>
          </a:p>
          <a:p>
            <a:pPr lvl="1"/>
            <a:r>
              <a:rPr lang="en-US"/>
              <a:t>Level 02</a:t>
            </a:r>
          </a:p>
          <a:p>
            <a:pPr lvl="2"/>
            <a:r>
              <a:rPr lang="en-US"/>
              <a:t>Level 03</a:t>
            </a:r>
          </a:p>
          <a:p>
            <a:pPr lvl="3"/>
            <a:r>
              <a:rPr lang="en-US"/>
              <a:t>Level 04</a:t>
            </a:r>
          </a:p>
        </p:txBody>
      </p:sp>
      <p:sp>
        <p:nvSpPr>
          <p:cNvPr id="28" name="Picture Placeholder 3">
            <a:extLst>
              <a:ext uri="{FF2B5EF4-FFF2-40B4-BE49-F238E27FC236}">
                <a16:creationId xmlns:a16="http://schemas.microsoft.com/office/drawing/2014/main" id="{96B97E46-018E-5555-A397-28255F5CD3CF}"/>
              </a:ext>
            </a:extLst>
          </p:cNvPr>
          <p:cNvSpPr>
            <a:spLocks noGrp="1"/>
          </p:cNvSpPr>
          <p:nvPr>
            <p:ph type="pic" sz="quarter" idx="24"/>
          </p:nvPr>
        </p:nvSpPr>
        <p:spPr>
          <a:xfrm>
            <a:off x="4312920" y="1446213"/>
            <a:ext cx="3566160" cy="1522607"/>
          </a:xfrm>
        </p:spPr>
        <p:txBody>
          <a:bodyPr anchor="ctr"/>
          <a:lstStyle>
            <a:lvl1pPr marL="0" indent="0" algn="ctr">
              <a:buNone/>
              <a:defRPr sz="1400"/>
            </a:lvl1pPr>
          </a:lstStyle>
          <a:p>
            <a:r>
              <a:rPr lang="en-US"/>
              <a:t>Click icon to add picture</a:t>
            </a:r>
          </a:p>
        </p:txBody>
      </p:sp>
      <p:sp>
        <p:nvSpPr>
          <p:cNvPr id="7" name="Text Placeholder 3">
            <a:extLst>
              <a:ext uri="{FF2B5EF4-FFF2-40B4-BE49-F238E27FC236}">
                <a16:creationId xmlns:a16="http://schemas.microsoft.com/office/drawing/2014/main" id="{30756F07-9227-C871-FCFC-7AA0F5D4A4FB}"/>
              </a:ext>
            </a:extLst>
          </p:cNvPr>
          <p:cNvSpPr>
            <a:spLocks noGrp="1"/>
          </p:cNvSpPr>
          <p:nvPr>
            <p:ph type="body" sz="quarter" idx="27" hasCustomPrompt="1"/>
          </p:nvPr>
        </p:nvSpPr>
        <p:spPr>
          <a:xfrm>
            <a:off x="4312920" y="2968820"/>
            <a:ext cx="3566160" cy="548640"/>
          </a:xfrm>
        </p:spPr>
        <p:txBody>
          <a:bodyPr anchor="ctr"/>
          <a:lstStyle>
            <a:lvl1pPr marL="0" indent="0">
              <a:spcAft>
                <a:spcPts val="0"/>
              </a:spcAft>
              <a:buNone/>
              <a:defRPr sz="1600">
                <a:solidFill>
                  <a:schemeClr val="accent3"/>
                </a:solidFill>
                <a:latin typeface="+mj-lt"/>
              </a:defRPr>
            </a:lvl1pPr>
          </a:lstStyle>
          <a:p>
            <a:pPr lvl="0"/>
            <a:r>
              <a:rPr lang="en-US"/>
              <a:t>Heading</a:t>
            </a:r>
          </a:p>
        </p:txBody>
      </p:sp>
      <p:sp>
        <p:nvSpPr>
          <p:cNvPr id="4" name="Text Placeholder 11">
            <a:extLst>
              <a:ext uri="{FF2B5EF4-FFF2-40B4-BE49-F238E27FC236}">
                <a16:creationId xmlns:a16="http://schemas.microsoft.com/office/drawing/2014/main" id="{C5932779-A5A3-2204-2100-9B029C79E90C}"/>
              </a:ext>
            </a:extLst>
          </p:cNvPr>
          <p:cNvSpPr>
            <a:spLocks noGrp="1"/>
          </p:cNvSpPr>
          <p:nvPr>
            <p:ph type="body" sz="quarter" idx="25" hasCustomPrompt="1"/>
          </p:nvPr>
        </p:nvSpPr>
        <p:spPr>
          <a:xfrm>
            <a:off x="4312920" y="3517460"/>
            <a:ext cx="3566160" cy="2559490"/>
          </a:xfrm>
        </p:spPr>
        <p:txBody>
          <a:bodyPr lIns="0" tIns="73152" rIns="91440" bIns="45720"/>
          <a:lstStyle>
            <a:lvl1pPr>
              <a:defRPr sz="1400"/>
            </a:lvl1pPr>
            <a:lvl2pPr>
              <a:defRPr sz="1400"/>
            </a:lvl2pPr>
            <a:lvl3pPr>
              <a:defRPr sz="1400"/>
            </a:lvl3pPr>
            <a:lvl4pPr>
              <a:defRPr sz="1400"/>
            </a:lvl4pPr>
          </a:lstStyle>
          <a:p>
            <a:pPr lvl="0"/>
            <a:r>
              <a:rPr lang="en-US"/>
              <a:t>Level 01</a:t>
            </a:r>
          </a:p>
          <a:p>
            <a:pPr lvl="1"/>
            <a:r>
              <a:rPr lang="en-US"/>
              <a:t>Level 02</a:t>
            </a:r>
          </a:p>
          <a:p>
            <a:pPr lvl="2"/>
            <a:r>
              <a:rPr lang="en-US"/>
              <a:t>Level 03</a:t>
            </a:r>
          </a:p>
          <a:p>
            <a:pPr lvl="3"/>
            <a:r>
              <a:rPr lang="en-US"/>
              <a:t>Level 04</a:t>
            </a:r>
          </a:p>
        </p:txBody>
      </p:sp>
      <p:sp>
        <p:nvSpPr>
          <p:cNvPr id="27" name="Picture Placeholder 3">
            <a:extLst>
              <a:ext uri="{FF2B5EF4-FFF2-40B4-BE49-F238E27FC236}">
                <a16:creationId xmlns:a16="http://schemas.microsoft.com/office/drawing/2014/main" id="{FC83B583-51BF-F117-8EAB-16719367BBB6}"/>
              </a:ext>
            </a:extLst>
          </p:cNvPr>
          <p:cNvSpPr>
            <a:spLocks noGrp="1"/>
          </p:cNvSpPr>
          <p:nvPr>
            <p:ph type="pic" sz="quarter" idx="23"/>
          </p:nvPr>
        </p:nvSpPr>
        <p:spPr>
          <a:xfrm>
            <a:off x="8197215" y="1446213"/>
            <a:ext cx="3566160" cy="1522607"/>
          </a:xfrm>
        </p:spPr>
        <p:txBody>
          <a:bodyPr anchor="ctr"/>
          <a:lstStyle>
            <a:lvl1pPr marL="0" indent="0" algn="ctr">
              <a:buNone/>
              <a:defRPr sz="1400"/>
            </a:lvl1pPr>
          </a:lstStyle>
          <a:p>
            <a:r>
              <a:rPr lang="en-US"/>
              <a:t>Click icon to add picture</a:t>
            </a:r>
          </a:p>
        </p:txBody>
      </p:sp>
      <p:sp>
        <p:nvSpPr>
          <p:cNvPr id="9" name="Text Placeholder 3">
            <a:extLst>
              <a:ext uri="{FF2B5EF4-FFF2-40B4-BE49-F238E27FC236}">
                <a16:creationId xmlns:a16="http://schemas.microsoft.com/office/drawing/2014/main" id="{2B6D4682-833F-2E78-0271-A3BC65DC1283}"/>
              </a:ext>
            </a:extLst>
          </p:cNvPr>
          <p:cNvSpPr>
            <a:spLocks noGrp="1"/>
          </p:cNvSpPr>
          <p:nvPr>
            <p:ph type="body" sz="quarter" idx="28" hasCustomPrompt="1"/>
          </p:nvPr>
        </p:nvSpPr>
        <p:spPr>
          <a:xfrm>
            <a:off x="8197215" y="2968820"/>
            <a:ext cx="3566160" cy="548640"/>
          </a:xfrm>
        </p:spPr>
        <p:txBody>
          <a:bodyPr anchor="ctr"/>
          <a:lstStyle>
            <a:lvl1pPr marL="0" indent="0">
              <a:spcAft>
                <a:spcPts val="0"/>
              </a:spcAft>
              <a:buNone/>
              <a:defRPr sz="1600">
                <a:solidFill>
                  <a:schemeClr val="accent5"/>
                </a:solidFill>
                <a:latin typeface="+mj-lt"/>
              </a:defRPr>
            </a:lvl1pPr>
          </a:lstStyle>
          <a:p>
            <a:pPr lvl="0"/>
            <a:r>
              <a:rPr lang="en-US"/>
              <a:t>Heading</a:t>
            </a:r>
          </a:p>
        </p:txBody>
      </p:sp>
      <p:sp>
        <p:nvSpPr>
          <p:cNvPr id="5" name="Text Placeholder 11">
            <a:extLst>
              <a:ext uri="{FF2B5EF4-FFF2-40B4-BE49-F238E27FC236}">
                <a16:creationId xmlns:a16="http://schemas.microsoft.com/office/drawing/2014/main" id="{11F392C6-99EB-D1AC-BECC-4494D2B1CBFF}"/>
              </a:ext>
            </a:extLst>
          </p:cNvPr>
          <p:cNvSpPr>
            <a:spLocks noGrp="1"/>
          </p:cNvSpPr>
          <p:nvPr>
            <p:ph type="body" sz="quarter" idx="26" hasCustomPrompt="1"/>
          </p:nvPr>
        </p:nvSpPr>
        <p:spPr>
          <a:xfrm>
            <a:off x="8197215" y="3517460"/>
            <a:ext cx="3566160" cy="2559490"/>
          </a:xfrm>
        </p:spPr>
        <p:txBody>
          <a:bodyPr lIns="0" tIns="73152" rIns="91440" bIns="45720"/>
          <a:lstStyle>
            <a:lvl1pPr>
              <a:defRPr sz="1400"/>
            </a:lvl1pPr>
            <a:lvl2pPr>
              <a:defRPr sz="1400"/>
            </a:lvl2pPr>
            <a:lvl3pPr>
              <a:defRPr sz="1400"/>
            </a:lvl3pPr>
            <a:lvl4pPr>
              <a:defRPr sz="1400"/>
            </a:lvl4pPr>
          </a:lstStyle>
          <a:p>
            <a:pPr lvl="0"/>
            <a:r>
              <a:rPr lang="en-US"/>
              <a:t>Level 01</a:t>
            </a:r>
          </a:p>
          <a:p>
            <a:pPr lvl="1"/>
            <a:r>
              <a:rPr lang="en-US"/>
              <a:t>Level 02</a:t>
            </a:r>
          </a:p>
          <a:p>
            <a:pPr lvl="2"/>
            <a:r>
              <a:rPr lang="en-US"/>
              <a:t>Level 03</a:t>
            </a:r>
          </a:p>
          <a:p>
            <a:pPr lvl="3"/>
            <a:r>
              <a:rPr lang="en-US"/>
              <a:t>Level 04</a:t>
            </a:r>
          </a:p>
        </p:txBody>
      </p:sp>
      <p:sp>
        <p:nvSpPr>
          <p:cNvPr id="10" name="Slide Number Placeholder 5">
            <a:extLst>
              <a:ext uri="{FF2B5EF4-FFF2-40B4-BE49-F238E27FC236}">
                <a16:creationId xmlns:a16="http://schemas.microsoft.com/office/drawing/2014/main" id="{08CA3288-0FCF-ED06-AD6E-E7CB3C8DC965}"/>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419221700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Four column pictur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25" name="Picture Placeholder 3">
            <a:extLst>
              <a:ext uri="{FF2B5EF4-FFF2-40B4-BE49-F238E27FC236}">
                <a16:creationId xmlns:a16="http://schemas.microsoft.com/office/drawing/2014/main" id="{7F7ACD8F-903F-4AA5-CF40-F541838B617A}"/>
              </a:ext>
            </a:extLst>
          </p:cNvPr>
          <p:cNvSpPr>
            <a:spLocks noGrp="1"/>
          </p:cNvSpPr>
          <p:nvPr>
            <p:ph type="pic" sz="quarter" idx="21"/>
          </p:nvPr>
        </p:nvSpPr>
        <p:spPr>
          <a:xfrm>
            <a:off x="428624" y="1446213"/>
            <a:ext cx="2697480" cy="1522607"/>
          </a:xfrm>
        </p:spPr>
        <p:txBody>
          <a:bodyPr anchor="ctr"/>
          <a:lstStyle>
            <a:lvl1pPr marL="0" indent="0" algn="ctr">
              <a:buNone/>
              <a:defRPr sz="1400"/>
            </a:lvl1pPr>
          </a:lstStyle>
          <a:p>
            <a:r>
              <a:rPr lang="en-US"/>
              <a:t>Click icon to add picture</a:t>
            </a:r>
          </a:p>
        </p:txBody>
      </p:sp>
      <p:sp>
        <p:nvSpPr>
          <p:cNvPr id="6" name="Text Placeholder 3">
            <a:extLst>
              <a:ext uri="{FF2B5EF4-FFF2-40B4-BE49-F238E27FC236}">
                <a16:creationId xmlns:a16="http://schemas.microsoft.com/office/drawing/2014/main" id="{58EA87E5-B00B-294C-9BEB-D8AB1DA7D633}"/>
              </a:ext>
            </a:extLst>
          </p:cNvPr>
          <p:cNvSpPr>
            <a:spLocks noGrp="1"/>
          </p:cNvSpPr>
          <p:nvPr>
            <p:ph type="body" sz="quarter" idx="28" hasCustomPrompt="1"/>
          </p:nvPr>
        </p:nvSpPr>
        <p:spPr>
          <a:xfrm>
            <a:off x="428624" y="2968820"/>
            <a:ext cx="2697480" cy="548640"/>
          </a:xfrm>
        </p:spPr>
        <p:txBody>
          <a:bodyPr anchor="ctr"/>
          <a:lstStyle>
            <a:lvl1pPr marL="0" indent="0">
              <a:spcAft>
                <a:spcPts val="0"/>
              </a:spcAft>
              <a:buNone/>
              <a:defRPr sz="1600">
                <a:solidFill>
                  <a:schemeClr val="accent1"/>
                </a:solidFill>
                <a:latin typeface="+mj-lt"/>
              </a:defRPr>
            </a:lvl1pPr>
          </a:lstStyle>
          <a:p>
            <a:pPr lvl="0"/>
            <a:r>
              <a:rPr lang="en-US"/>
              <a:t>Heading</a:t>
            </a:r>
          </a:p>
        </p:txBody>
      </p:sp>
      <p:sp>
        <p:nvSpPr>
          <p:cNvPr id="3" name="Text Placeholder 11">
            <a:extLst>
              <a:ext uri="{FF2B5EF4-FFF2-40B4-BE49-F238E27FC236}">
                <a16:creationId xmlns:a16="http://schemas.microsoft.com/office/drawing/2014/main" id="{925B4298-4DFC-5A17-A61C-10AF6A947FE7}"/>
              </a:ext>
            </a:extLst>
          </p:cNvPr>
          <p:cNvSpPr>
            <a:spLocks noGrp="1"/>
          </p:cNvSpPr>
          <p:nvPr>
            <p:ph type="body" sz="quarter" idx="13" hasCustomPrompt="1"/>
          </p:nvPr>
        </p:nvSpPr>
        <p:spPr>
          <a:xfrm>
            <a:off x="428624" y="3517460"/>
            <a:ext cx="2697480" cy="2559490"/>
          </a:xfrm>
        </p:spPr>
        <p:txBody>
          <a:bodyPr lIns="0" tIns="73152" rIns="91440" bIns="45720"/>
          <a:lstStyle>
            <a:lvl1pPr>
              <a:defRPr sz="1400"/>
            </a:lvl1pPr>
            <a:lvl2pPr>
              <a:defRPr sz="1400"/>
            </a:lvl2pPr>
            <a:lvl3pPr>
              <a:defRPr sz="1400"/>
            </a:lvl3pPr>
            <a:lvl4pPr>
              <a:defRPr sz="1400"/>
            </a:lvl4pPr>
          </a:lstStyle>
          <a:p>
            <a:pPr lvl="0"/>
            <a:r>
              <a:rPr lang="en-US"/>
              <a:t>Level 01</a:t>
            </a:r>
          </a:p>
          <a:p>
            <a:pPr lvl="1"/>
            <a:r>
              <a:rPr lang="en-US"/>
              <a:t>Level 02</a:t>
            </a:r>
          </a:p>
          <a:p>
            <a:pPr lvl="2"/>
            <a:r>
              <a:rPr lang="en-US"/>
              <a:t>Level 03</a:t>
            </a:r>
          </a:p>
          <a:p>
            <a:pPr lvl="3"/>
            <a:r>
              <a:rPr lang="en-US"/>
              <a:t>Level 04</a:t>
            </a:r>
          </a:p>
        </p:txBody>
      </p:sp>
      <p:sp>
        <p:nvSpPr>
          <p:cNvPr id="28" name="Picture Placeholder 3">
            <a:extLst>
              <a:ext uri="{FF2B5EF4-FFF2-40B4-BE49-F238E27FC236}">
                <a16:creationId xmlns:a16="http://schemas.microsoft.com/office/drawing/2014/main" id="{96B97E46-018E-5555-A397-28255F5CD3CF}"/>
              </a:ext>
            </a:extLst>
          </p:cNvPr>
          <p:cNvSpPr>
            <a:spLocks noGrp="1"/>
          </p:cNvSpPr>
          <p:nvPr>
            <p:ph type="pic" sz="quarter" idx="24"/>
          </p:nvPr>
        </p:nvSpPr>
        <p:spPr>
          <a:xfrm>
            <a:off x="3311573" y="1446213"/>
            <a:ext cx="2697480" cy="1522607"/>
          </a:xfrm>
        </p:spPr>
        <p:txBody>
          <a:bodyPr anchor="ctr"/>
          <a:lstStyle>
            <a:lvl1pPr marL="0" indent="0" algn="ctr">
              <a:buNone/>
              <a:defRPr sz="1400"/>
            </a:lvl1pPr>
          </a:lstStyle>
          <a:p>
            <a:r>
              <a:rPr lang="en-US"/>
              <a:t>Click icon to add picture</a:t>
            </a:r>
          </a:p>
        </p:txBody>
      </p:sp>
      <p:sp>
        <p:nvSpPr>
          <p:cNvPr id="7" name="Text Placeholder 3">
            <a:extLst>
              <a:ext uri="{FF2B5EF4-FFF2-40B4-BE49-F238E27FC236}">
                <a16:creationId xmlns:a16="http://schemas.microsoft.com/office/drawing/2014/main" id="{2CC21B11-4BB9-E7F7-2D10-7A711FE51A2C}"/>
              </a:ext>
            </a:extLst>
          </p:cNvPr>
          <p:cNvSpPr>
            <a:spLocks noGrp="1"/>
          </p:cNvSpPr>
          <p:nvPr>
            <p:ph type="body" sz="quarter" idx="29" hasCustomPrompt="1"/>
          </p:nvPr>
        </p:nvSpPr>
        <p:spPr>
          <a:xfrm>
            <a:off x="3311573" y="2968820"/>
            <a:ext cx="2697480" cy="548640"/>
          </a:xfrm>
        </p:spPr>
        <p:txBody>
          <a:bodyPr anchor="ctr"/>
          <a:lstStyle>
            <a:lvl1pPr marL="0" indent="0">
              <a:spcAft>
                <a:spcPts val="0"/>
              </a:spcAft>
              <a:buNone/>
              <a:defRPr sz="1600">
                <a:solidFill>
                  <a:schemeClr val="accent3"/>
                </a:solidFill>
                <a:latin typeface="+mj-lt"/>
              </a:defRPr>
            </a:lvl1pPr>
          </a:lstStyle>
          <a:p>
            <a:pPr lvl="0"/>
            <a:r>
              <a:rPr lang="en-US"/>
              <a:t>Heading</a:t>
            </a:r>
          </a:p>
        </p:txBody>
      </p:sp>
      <p:sp>
        <p:nvSpPr>
          <p:cNvPr id="4" name="Text Placeholder 11">
            <a:extLst>
              <a:ext uri="{FF2B5EF4-FFF2-40B4-BE49-F238E27FC236}">
                <a16:creationId xmlns:a16="http://schemas.microsoft.com/office/drawing/2014/main" id="{C5932779-A5A3-2204-2100-9B029C79E90C}"/>
              </a:ext>
            </a:extLst>
          </p:cNvPr>
          <p:cNvSpPr>
            <a:spLocks noGrp="1"/>
          </p:cNvSpPr>
          <p:nvPr>
            <p:ph type="body" sz="quarter" idx="25" hasCustomPrompt="1"/>
          </p:nvPr>
        </p:nvSpPr>
        <p:spPr>
          <a:xfrm>
            <a:off x="3311573" y="3517460"/>
            <a:ext cx="2697480" cy="2559490"/>
          </a:xfrm>
        </p:spPr>
        <p:txBody>
          <a:bodyPr lIns="0" tIns="73152" rIns="91440" bIns="45720"/>
          <a:lstStyle>
            <a:lvl1pPr>
              <a:defRPr sz="1400"/>
            </a:lvl1pPr>
            <a:lvl2pPr>
              <a:defRPr sz="1400"/>
            </a:lvl2pPr>
            <a:lvl3pPr>
              <a:defRPr sz="1400"/>
            </a:lvl3pPr>
            <a:lvl4pPr>
              <a:defRPr sz="1400"/>
            </a:lvl4pPr>
          </a:lstStyle>
          <a:p>
            <a:pPr lvl="0"/>
            <a:r>
              <a:rPr lang="en-US"/>
              <a:t>Level 01</a:t>
            </a:r>
          </a:p>
          <a:p>
            <a:pPr lvl="1"/>
            <a:r>
              <a:rPr lang="en-US"/>
              <a:t>Level 02</a:t>
            </a:r>
          </a:p>
          <a:p>
            <a:pPr lvl="2"/>
            <a:r>
              <a:rPr lang="en-US"/>
              <a:t>Level 03</a:t>
            </a:r>
          </a:p>
          <a:p>
            <a:pPr lvl="3"/>
            <a:r>
              <a:rPr lang="en-US"/>
              <a:t>Level 04</a:t>
            </a:r>
          </a:p>
        </p:txBody>
      </p:sp>
      <p:sp>
        <p:nvSpPr>
          <p:cNvPr id="27" name="Picture Placeholder 3">
            <a:extLst>
              <a:ext uri="{FF2B5EF4-FFF2-40B4-BE49-F238E27FC236}">
                <a16:creationId xmlns:a16="http://schemas.microsoft.com/office/drawing/2014/main" id="{FC83B583-51BF-F117-8EAB-16719367BBB6}"/>
              </a:ext>
            </a:extLst>
          </p:cNvPr>
          <p:cNvSpPr>
            <a:spLocks noGrp="1"/>
          </p:cNvSpPr>
          <p:nvPr>
            <p:ph type="pic" sz="quarter" idx="23"/>
          </p:nvPr>
        </p:nvSpPr>
        <p:spPr>
          <a:xfrm>
            <a:off x="6194522" y="1446213"/>
            <a:ext cx="2697480" cy="1522607"/>
          </a:xfrm>
        </p:spPr>
        <p:txBody>
          <a:bodyPr anchor="ctr"/>
          <a:lstStyle>
            <a:lvl1pPr marL="0" indent="0" algn="ctr">
              <a:buNone/>
              <a:defRPr sz="1400"/>
            </a:lvl1pPr>
          </a:lstStyle>
          <a:p>
            <a:r>
              <a:rPr lang="en-US"/>
              <a:t>Click icon to add picture</a:t>
            </a:r>
          </a:p>
        </p:txBody>
      </p:sp>
      <p:sp>
        <p:nvSpPr>
          <p:cNvPr id="11" name="Text Placeholder 3">
            <a:extLst>
              <a:ext uri="{FF2B5EF4-FFF2-40B4-BE49-F238E27FC236}">
                <a16:creationId xmlns:a16="http://schemas.microsoft.com/office/drawing/2014/main" id="{60624600-098D-4116-2BA4-B77914ACDD08}"/>
              </a:ext>
            </a:extLst>
          </p:cNvPr>
          <p:cNvSpPr>
            <a:spLocks noGrp="1"/>
          </p:cNvSpPr>
          <p:nvPr>
            <p:ph type="body" sz="quarter" idx="30" hasCustomPrompt="1"/>
          </p:nvPr>
        </p:nvSpPr>
        <p:spPr>
          <a:xfrm>
            <a:off x="6194522" y="2968820"/>
            <a:ext cx="2697480" cy="548640"/>
          </a:xfrm>
        </p:spPr>
        <p:txBody>
          <a:bodyPr anchor="ctr"/>
          <a:lstStyle>
            <a:lvl1pPr marL="0" indent="0">
              <a:spcAft>
                <a:spcPts val="0"/>
              </a:spcAft>
              <a:buNone/>
              <a:defRPr sz="1600">
                <a:solidFill>
                  <a:schemeClr val="accent5"/>
                </a:solidFill>
                <a:latin typeface="+mj-lt"/>
              </a:defRPr>
            </a:lvl1pPr>
          </a:lstStyle>
          <a:p>
            <a:pPr lvl="0"/>
            <a:r>
              <a:rPr lang="en-US"/>
              <a:t>Heading</a:t>
            </a:r>
          </a:p>
        </p:txBody>
      </p:sp>
      <p:sp>
        <p:nvSpPr>
          <p:cNvPr id="5" name="Text Placeholder 11">
            <a:extLst>
              <a:ext uri="{FF2B5EF4-FFF2-40B4-BE49-F238E27FC236}">
                <a16:creationId xmlns:a16="http://schemas.microsoft.com/office/drawing/2014/main" id="{11F392C6-99EB-D1AC-BECC-4494D2B1CBFF}"/>
              </a:ext>
            </a:extLst>
          </p:cNvPr>
          <p:cNvSpPr>
            <a:spLocks noGrp="1"/>
          </p:cNvSpPr>
          <p:nvPr>
            <p:ph type="body" sz="quarter" idx="26" hasCustomPrompt="1"/>
          </p:nvPr>
        </p:nvSpPr>
        <p:spPr>
          <a:xfrm>
            <a:off x="6194522" y="3517460"/>
            <a:ext cx="2697480" cy="2559490"/>
          </a:xfrm>
        </p:spPr>
        <p:txBody>
          <a:bodyPr lIns="0" tIns="73152" rIns="91440" bIns="45720"/>
          <a:lstStyle>
            <a:lvl1pPr>
              <a:defRPr sz="1400"/>
            </a:lvl1pPr>
            <a:lvl2pPr>
              <a:defRPr sz="1400"/>
            </a:lvl2pPr>
            <a:lvl3pPr>
              <a:defRPr sz="1400"/>
            </a:lvl3pPr>
            <a:lvl4pPr>
              <a:defRPr sz="1400"/>
            </a:lvl4pPr>
          </a:lstStyle>
          <a:p>
            <a:pPr lvl="0"/>
            <a:r>
              <a:rPr lang="en-US"/>
              <a:t>Level 01</a:t>
            </a:r>
          </a:p>
          <a:p>
            <a:pPr lvl="1"/>
            <a:r>
              <a:rPr lang="en-US"/>
              <a:t>Level 02</a:t>
            </a:r>
          </a:p>
          <a:p>
            <a:pPr lvl="2"/>
            <a:r>
              <a:rPr lang="en-US"/>
              <a:t>Level 03</a:t>
            </a:r>
          </a:p>
          <a:p>
            <a:pPr lvl="3"/>
            <a:r>
              <a:rPr lang="en-US"/>
              <a:t>Level 04</a:t>
            </a:r>
          </a:p>
        </p:txBody>
      </p:sp>
      <p:sp>
        <p:nvSpPr>
          <p:cNvPr id="26" name="Picture Placeholder 3">
            <a:extLst>
              <a:ext uri="{FF2B5EF4-FFF2-40B4-BE49-F238E27FC236}">
                <a16:creationId xmlns:a16="http://schemas.microsoft.com/office/drawing/2014/main" id="{A45CB8E2-394E-796C-52EE-17D17DF169E6}"/>
              </a:ext>
            </a:extLst>
          </p:cNvPr>
          <p:cNvSpPr>
            <a:spLocks noGrp="1"/>
          </p:cNvSpPr>
          <p:nvPr>
            <p:ph type="pic" sz="quarter" idx="22"/>
          </p:nvPr>
        </p:nvSpPr>
        <p:spPr>
          <a:xfrm>
            <a:off x="9077470" y="1446213"/>
            <a:ext cx="2697480" cy="1522607"/>
          </a:xfrm>
        </p:spPr>
        <p:txBody>
          <a:bodyPr anchor="ctr"/>
          <a:lstStyle>
            <a:lvl1pPr marL="0" indent="0" algn="ctr">
              <a:buNone/>
              <a:defRPr sz="1400"/>
            </a:lvl1pPr>
          </a:lstStyle>
          <a:p>
            <a:r>
              <a:rPr lang="en-US"/>
              <a:t>Click icon to add picture</a:t>
            </a:r>
          </a:p>
        </p:txBody>
      </p:sp>
      <p:sp>
        <p:nvSpPr>
          <p:cNvPr id="13" name="Text Placeholder 3">
            <a:extLst>
              <a:ext uri="{FF2B5EF4-FFF2-40B4-BE49-F238E27FC236}">
                <a16:creationId xmlns:a16="http://schemas.microsoft.com/office/drawing/2014/main" id="{FBA7EB72-6B8C-7C86-47F1-FB927F697C15}"/>
              </a:ext>
            </a:extLst>
          </p:cNvPr>
          <p:cNvSpPr>
            <a:spLocks noGrp="1"/>
          </p:cNvSpPr>
          <p:nvPr>
            <p:ph type="body" sz="quarter" idx="31" hasCustomPrompt="1"/>
          </p:nvPr>
        </p:nvSpPr>
        <p:spPr>
          <a:xfrm>
            <a:off x="9077470" y="2968820"/>
            <a:ext cx="2697480" cy="548640"/>
          </a:xfrm>
        </p:spPr>
        <p:txBody>
          <a:bodyPr anchor="ctr"/>
          <a:lstStyle>
            <a:lvl1pPr marL="0" indent="0">
              <a:spcAft>
                <a:spcPts val="0"/>
              </a:spcAft>
              <a:buNone/>
              <a:defRPr sz="1600">
                <a:solidFill>
                  <a:schemeClr val="accent6"/>
                </a:solidFill>
                <a:latin typeface="+mj-lt"/>
              </a:defRPr>
            </a:lvl1pPr>
          </a:lstStyle>
          <a:p>
            <a:pPr lvl="0"/>
            <a:r>
              <a:rPr lang="en-US"/>
              <a:t>Heading</a:t>
            </a:r>
          </a:p>
        </p:txBody>
      </p:sp>
      <p:sp>
        <p:nvSpPr>
          <p:cNvPr id="9" name="Text Placeholder 11">
            <a:extLst>
              <a:ext uri="{FF2B5EF4-FFF2-40B4-BE49-F238E27FC236}">
                <a16:creationId xmlns:a16="http://schemas.microsoft.com/office/drawing/2014/main" id="{0FB8ABDB-A570-09B0-47F8-17E0EAF3EA3E}"/>
              </a:ext>
            </a:extLst>
          </p:cNvPr>
          <p:cNvSpPr>
            <a:spLocks noGrp="1"/>
          </p:cNvSpPr>
          <p:nvPr>
            <p:ph type="body" sz="quarter" idx="27" hasCustomPrompt="1"/>
          </p:nvPr>
        </p:nvSpPr>
        <p:spPr>
          <a:xfrm>
            <a:off x="9077470" y="3517460"/>
            <a:ext cx="2697480" cy="2559490"/>
          </a:xfrm>
        </p:spPr>
        <p:txBody>
          <a:bodyPr lIns="0" tIns="73152" rIns="91440" bIns="45720"/>
          <a:lstStyle>
            <a:lvl1pPr>
              <a:defRPr sz="1400"/>
            </a:lvl1pPr>
            <a:lvl2pPr>
              <a:defRPr sz="1400"/>
            </a:lvl2pPr>
            <a:lvl3pPr>
              <a:defRPr sz="1400"/>
            </a:lvl3pPr>
            <a:lvl4pPr>
              <a:defRPr sz="1400"/>
            </a:lvl4pPr>
          </a:lstStyle>
          <a:p>
            <a:pPr lvl="0"/>
            <a:r>
              <a:rPr lang="en-US"/>
              <a:t>Level 01</a:t>
            </a:r>
          </a:p>
          <a:p>
            <a:pPr lvl="1"/>
            <a:r>
              <a:rPr lang="en-US"/>
              <a:t>Level 02</a:t>
            </a:r>
          </a:p>
          <a:p>
            <a:pPr lvl="2"/>
            <a:r>
              <a:rPr lang="en-US"/>
              <a:t>Level 03</a:t>
            </a:r>
          </a:p>
          <a:p>
            <a:pPr lvl="3"/>
            <a:r>
              <a:rPr lang="en-US"/>
              <a:t>Level 04</a:t>
            </a:r>
          </a:p>
        </p:txBody>
      </p:sp>
      <p:sp>
        <p:nvSpPr>
          <p:cNvPr id="10" name="Slide Number Placeholder 5">
            <a:extLst>
              <a:ext uri="{FF2B5EF4-FFF2-40B4-BE49-F238E27FC236}">
                <a16:creationId xmlns:a16="http://schemas.microsoft.com/office/drawing/2014/main" id="{D8D0839C-757C-586E-BFC4-95B70BCF5722}"/>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391887102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lue box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10" name="Text Placeholder 11">
            <a:extLst>
              <a:ext uri="{FF2B5EF4-FFF2-40B4-BE49-F238E27FC236}">
                <a16:creationId xmlns:a16="http://schemas.microsoft.com/office/drawing/2014/main" id="{E75B62F6-55F7-EC3C-2ED6-BBCF8B1F3040}"/>
              </a:ext>
            </a:extLst>
          </p:cNvPr>
          <p:cNvSpPr>
            <a:spLocks noGrp="1"/>
          </p:cNvSpPr>
          <p:nvPr>
            <p:ph type="body" sz="quarter" idx="14" hasCustomPrompt="1"/>
          </p:nvPr>
        </p:nvSpPr>
        <p:spPr>
          <a:xfrm>
            <a:off x="428624" y="1446213"/>
            <a:ext cx="2697480" cy="4630737"/>
          </a:xfrm>
          <a:solidFill>
            <a:schemeClr val="accent1"/>
          </a:solidFill>
        </p:spPr>
        <p:txBody>
          <a:bodyPr lIns="91440" tIns="91440" rIns="91440" bIns="45720" anchor="t">
            <a:noAutofit/>
          </a:bodyPr>
          <a:lstStyle>
            <a:lvl1pPr marL="0" indent="0" algn="l">
              <a:buNone/>
              <a:defRPr sz="2000">
                <a:solidFill>
                  <a:schemeClr val="bg1"/>
                </a:solidFill>
                <a:latin typeface="+mj-lt"/>
              </a:defRPr>
            </a:lvl1pPr>
          </a:lstStyle>
          <a:p>
            <a:pPr lvl="0"/>
            <a:r>
              <a:rPr lang="en-US"/>
              <a:t>Heading</a:t>
            </a:r>
          </a:p>
        </p:txBody>
      </p:sp>
      <p:sp>
        <p:nvSpPr>
          <p:cNvPr id="5" name="Content Placeholder 2">
            <a:extLst>
              <a:ext uri="{FF2B5EF4-FFF2-40B4-BE49-F238E27FC236}">
                <a16:creationId xmlns:a16="http://schemas.microsoft.com/office/drawing/2014/main" id="{10E88463-50FF-3CD8-E203-3C696879E54D}"/>
              </a:ext>
            </a:extLst>
          </p:cNvPr>
          <p:cNvSpPr>
            <a:spLocks noGrp="1"/>
          </p:cNvSpPr>
          <p:nvPr>
            <p:ph idx="12" hasCustomPrompt="1"/>
          </p:nvPr>
        </p:nvSpPr>
        <p:spPr>
          <a:xfrm>
            <a:off x="3126104" y="1446213"/>
            <a:ext cx="8640446" cy="4630737"/>
          </a:xfrm>
        </p:spPr>
        <p:txBody>
          <a:bodyPr lIns="137160" tIns="91440" rIns="91440" bIns="45720"/>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4" name="Slide Number Placeholder 5">
            <a:extLst>
              <a:ext uri="{FF2B5EF4-FFF2-40B4-BE49-F238E27FC236}">
                <a16:creationId xmlns:a16="http://schemas.microsoft.com/office/drawing/2014/main" id="{A1B59311-C109-90D5-373E-703450BE4378}"/>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18320501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Imag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4" name="Picture Placeholder 3">
            <a:extLst>
              <a:ext uri="{FF2B5EF4-FFF2-40B4-BE49-F238E27FC236}">
                <a16:creationId xmlns:a16="http://schemas.microsoft.com/office/drawing/2014/main" id="{78F88F08-9355-72DC-FA2D-5379EE038153}"/>
              </a:ext>
            </a:extLst>
          </p:cNvPr>
          <p:cNvSpPr>
            <a:spLocks noGrp="1"/>
          </p:cNvSpPr>
          <p:nvPr>
            <p:ph type="pic" sz="quarter" idx="21"/>
          </p:nvPr>
        </p:nvSpPr>
        <p:spPr>
          <a:xfrm>
            <a:off x="428624" y="1446213"/>
            <a:ext cx="2697480" cy="4630737"/>
          </a:xfrm>
        </p:spPr>
        <p:txBody>
          <a:bodyPr anchor="ctr"/>
          <a:lstStyle>
            <a:lvl1pPr marL="0" indent="0" algn="ctr">
              <a:buNone/>
              <a:defRPr sz="1600"/>
            </a:lvl1pPr>
          </a:lstStyle>
          <a:p>
            <a:r>
              <a:rPr lang="en-US"/>
              <a:t>Click icon to add picture</a:t>
            </a:r>
          </a:p>
        </p:txBody>
      </p:sp>
      <p:sp>
        <p:nvSpPr>
          <p:cNvPr id="6" name="Content Placeholder 2">
            <a:extLst>
              <a:ext uri="{FF2B5EF4-FFF2-40B4-BE49-F238E27FC236}">
                <a16:creationId xmlns:a16="http://schemas.microsoft.com/office/drawing/2014/main" id="{2BCEDC2E-0B96-BB68-C6CE-4DEBC490BB97}"/>
              </a:ext>
            </a:extLst>
          </p:cNvPr>
          <p:cNvSpPr>
            <a:spLocks noGrp="1"/>
          </p:cNvSpPr>
          <p:nvPr>
            <p:ph idx="12" hasCustomPrompt="1"/>
          </p:nvPr>
        </p:nvSpPr>
        <p:spPr>
          <a:xfrm>
            <a:off x="3126104" y="1446213"/>
            <a:ext cx="8640446" cy="4630737"/>
          </a:xfrm>
        </p:spPr>
        <p:txBody>
          <a:bodyPr lIns="137160" tIns="91440" rIns="91440" bIns="45720"/>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5" name="Slide Number Placeholder 5">
            <a:extLst>
              <a:ext uri="{FF2B5EF4-FFF2-40B4-BE49-F238E27FC236}">
                <a16:creationId xmlns:a16="http://schemas.microsoft.com/office/drawing/2014/main" id="{2816F5F7-DC15-93E3-03C3-BC68295C29D3}"/>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308298416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hree icons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10" name="Picture Placeholder 9">
            <a:extLst>
              <a:ext uri="{FF2B5EF4-FFF2-40B4-BE49-F238E27FC236}">
                <a16:creationId xmlns:a16="http://schemas.microsoft.com/office/drawing/2014/main" id="{7B65EF11-27C6-3489-DD6F-30BE392A095F}"/>
              </a:ext>
            </a:extLst>
          </p:cNvPr>
          <p:cNvSpPr>
            <a:spLocks noGrp="1" noChangeAspect="1"/>
          </p:cNvSpPr>
          <p:nvPr>
            <p:ph type="pic" sz="quarter" idx="20" hasCustomPrompt="1"/>
          </p:nvPr>
        </p:nvSpPr>
        <p:spPr>
          <a:xfrm>
            <a:off x="425450" y="1583373"/>
            <a:ext cx="1188720" cy="1188720"/>
          </a:xfrm>
          <a:prstGeom prst="rect">
            <a:avLst/>
          </a:prstGeom>
        </p:spPr>
        <p:txBody>
          <a:bodyPr anchor="ctr"/>
          <a:lstStyle>
            <a:lvl1pPr marL="0" indent="0" algn="ctr">
              <a:buNone/>
              <a:defRPr sz="1200"/>
            </a:lvl1pPr>
          </a:lstStyle>
          <a:p>
            <a:r>
              <a:rPr lang="en-US"/>
              <a:t>Click here to add icon</a:t>
            </a:r>
          </a:p>
        </p:txBody>
      </p:sp>
      <p:sp>
        <p:nvSpPr>
          <p:cNvPr id="3" name="Text Placeholder 11">
            <a:extLst>
              <a:ext uri="{FF2B5EF4-FFF2-40B4-BE49-F238E27FC236}">
                <a16:creationId xmlns:a16="http://schemas.microsoft.com/office/drawing/2014/main" id="{925B4298-4DFC-5A17-A61C-10AF6A947FE7}"/>
              </a:ext>
            </a:extLst>
          </p:cNvPr>
          <p:cNvSpPr>
            <a:spLocks noGrp="1"/>
          </p:cNvSpPr>
          <p:nvPr>
            <p:ph type="body" sz="quarter" idx="13" hasCustomPrompt="1"/>
          </p:nvPr>
        </p:nvSpPr>
        <p:spPr>
          <a:xfrm>
            <a:off x="1801504" y="1469073"/>
            <a:ext cx="9965046" cy="1417320"/>
          </a:xfrm>
        </p:spPr>
        <p:txBody>
          <a:bodyPr lIns="0" tIns="45720" rIns="0" bIns="45720" anchor="ctr"/>
          <a:lstStyle>
            <a:lvl1pPr marL="0" indent="0">
              <a:spcAft>
                <a:spcPts val="200"/>
              </a:spcAft>
              <a:buNone/>
              <a:defRPr sz="1600">
                <a:solidFill>
                  <a:schemeClr val="accent1"/>
                </a:solidFill>
                <a:latin typeface="+mj-lt"/>
              </a:defRPr>
            </a:lvl1pPr>
            <a:lvl2pPr marL="182880" indent="-182880">
              <a:spcAft>
                <a:spcPts val="200"/>
              </a:spcAft>
              <a:defRPr sz="1400"/>
            </a:lvl2pPr>
            <a:lvl3pPr>
              <a:defRPr sz="1400"/>
            </a:lvl3pPr>
            <a:lvl4pPr>
              <a:defRPr sz="1400"/>
            </a:lvl4pPr>
          </a:lstStyle>
          <a:p>
            <a:pPr lvl="0"/>
            <a:r>
              <a:rPr lang="en-US"/>
              <a:t>Heading</a:t>
            </a:r>
          </a:p>
          <a:p>
            <a:pPr lvl="1"/>
            <a:r>
              <a:rPr lang="en-US"/>
              <a:t>Body text</a:t>
            </a:r>
          </a:p>
        </p:txBody>
      </p:sp>
      <p:cxnSp>
        <p:nvCxnSpPr>
          <p:cNvPr id="4" name="Straight Connector 3">
            <a:extLst>
              <a:ext uri="{FF2B5EF4-FFF2-40B4-BE49-F238E27FC236}">
                <a16:creationId xmlns:a16="http://schemas.microsoft.com/office/drawing/2014/main" id="{B7476357-305F-5973-5369-7AC81D8D5961}"/>
              </a:ext>
            </a:extLst>
          </p:cNvPr>
          <p:cNvCxnSpPr>
            <a:cxnSpLocks/>
          </p:cNvCxnSpPr>
          <p:nvPr userDrawn="1"/>
        </p:nvCxnSpPr>
        <p:spPr>
          <a:xfrm>
            <a:off x="1799590" y="2975372"/>
            <a:ext cx="996696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4" name="Picture Placeholder 9">
            <a:extLst>
              <a:ext uri="{FF2B5EF4-FFF2-40B4-BE49-F238E27FC236}">
                <a16:creationId xmlns:a16="http://schemas.microsoft.com/office/drawing/2014/main" id="{34FDC33C-83ED-0DED-F0E9-23BB9B01EA18}"/>
              </a:ext>
            </a:extLst>
          </p:cNvPr>
          <p:cNvSpPr>
            <a:spLocks noGrp="1" noChangeAspect="1"/>
          </p:cNvSpPr>
          <p:nvPr>
            <p:ph type="pic" sz="quarter" idx="21" hasCustomPrompt="1"/>
          </p:nvPr>
        </p:nvSpPr>
        <p:spPr>
          <a:xfrm>
            <a:off x="425450" y="3178652"/>
            <a:ext cx="1188720" cy="1188720"/>
          </a:xfrm>
          <a:prstGeom prst="rect">
            <a:avLst/>
          </a:prstGeom>
        </p:spPr>
        <p:txBody>
          <a:bodyPr anchor="ctr"/>
          <a:lstStyle>
            <a:lvl1pPr marL="0" indent="0" algn="ctr">
              <a:buNone/>
              <a:defRPr sz="1200"/>
            </a:lvl1pPr>
          </a:lstStyle>
          <a:p>
            <a:pPr marL="0" marR="0" lvl="0" indent="0" algn="ctr" defTabSz="914400" rtl="0" eaLnBrk="1" fontAlgn="auto" latinLnBrk="0" hangingPunct="1">
              <a:lnSpc>
                <a:spcPct val="100000"/>
              </a:lnSpc>
              <a:spcBef>
                <a:spcPts val="0"/>
              </a:spcBef>
              <a:spcAft>
                <a:spcPts val="600"/>
              </a:spcAft>
              <a:buClr>
                <a:schemeClr val="accent3"/>
              </a:buClr>
              <a:buSzTx/>
              <a:buFont typeface="Arial" panose="020B0604020202020204" pitchFamily="34" charset="0"/>
              <a:buNone/>
              <a:tabLst/>
              <a:defRPr/>
            </a:pPr>
            <a:r>
              <a:rPr lang="en-US"/>
              <a:t>Click here to add icon</a:t>
            </a:r>
          </a:p>
        </p:txBody>
      </p:sp>
      <p:sp>
        <p:nvSpPr>
          <p:cNvPr id="5" name="Text Placeholder 11">
            <a:extLst>
              <a:ext uri="{FF2B5EF4-FFF2-40B4-BE49-F238E27FC236}">
                <a16:creationId xmlns:a16="http://schemas.microsoft.com/office/drawing/2014/main" id="{A1AB26F9-0173-EB8B-A0B2-71203D4C68A5}"/>
              </a:ext>
            </a:extLst>
          </p:cNvPr>
          <p:cNvSpPr>
            <a:spLocks noGrp="1"/>
          </p:cNvSpPr>
          <p:nvPr>
            <p:ph type="body" sz="quarter" idx="23" hasCustomPrompt="1"/>
          </p:nvPr>
        </p:nvSpPr>
        <p:spPr>
          <a:xfrm>
            <a:off x="1801504" y="3064352"/>
            <a:ext cx="9965046" cy="1417320"/>
          </a:xfrm>
        </p:spPr>
        <p:txBody>
          <a:bodyPr lIns="0" tIns="45720" rIns="0" bIns="45720" anchor="ctr"/>
          <a:lstStyle>
            <a:lvl1pPr marL="0" indent="0">
              <a:spcAft>
                <a:spcPts val="200"/>
              </a:spcAft>
              <a:buNone/>
              <a:defRPr sz="1600">
                <a:solidFill>
                  <a:schemeClr val="accent3"/>
                </a:solidFill>
                <a:latin typeface="+mj-lt"/>
              </a:defRPr>
            </a:lvl1pPr>
            <a:lvl2pPr marL="182880" indent="-182880">
              <a:spcAft>
                <a:spcPts val="200"/>
              </a:spcAft>
              <a:defRPr sz="1400"/>
            </a:lvl2pPr>
            <a:lvl3pPr>
              <a:defRPr sz="1400"/>
            </a:lvl3pPr>
            <a:lvl4pPr>
              <a:defRPr sz="1400"/>
            </a:lvl4pPr>
          </a:lstStyle>
          <a:p>
            <a:pPr lvl="0"/>
            <a:r>
              <a:rPr lang="en-US"/>
              <a:t>Heading</a:t>
            </a:r>
          </a:p>
          <a:p>
            <a:pPr lvl="1"/>
            <a:r>
              <a:rPr lang="en-US"/>
              <a:t>Body text</a:t>
            </a:r>
          </a:p>
        </p:txBody>
      </p:sp>
      <p:cxnSp>
        <p:nvCxnSpPr>
          <p:cNvPr id="7" name="Straight Connector 6">
            <a:extLst>
              <a:ext uri="{FF2B5EF4-FFF2-40B4-BE49-F238E27FC236}">
                <a16:creationId xmlns:a16="http://schemas.microsoft.com/office/drawing/2014/main" id="{FD72055C-7159-2B40-7017-C8F627D20E68}"/>
              </a:ext>
            </a:extLst>
          </p:cNvPr>
          <p:cNvCxnSpPr>
            <a:cxnSpLocks/>
          </p:cNvCxnSpPr>
          <p:nvPr userDrawn="1"/>
        </p:nvCxnSpPr>
        <p:spPr>
          <a:xfrm>
            <a:off x="1799590" y="4570651"/>
            <a:ext cx="996696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5" name="Picture Placeholder 9">
            <a:extLst>
              <a:ext uri="{FF2B5EF4-FFF2-40B4-BE49-F238E27FC236}">
                <a16:creationId xmlns:a16="http://schemas.microsoft.com/office/drawing/2014/main" id="{C01BBE2D-9FF8-C873-8A2E-50CE50A2A903}"/>
              </a:ext>
            </a:extLst>
          </p:cNvPr>
          <p:cNvSpPr>
            <a:spLocks noGrp="1" noChangeAspect="1"/>
          </p:cNvSpPr>
          <p:nvPr>
            <p:ph type="pic" sz="quarter" idx="22" hasCustomPrompt="1"/>
          </p:nvPr>
        </p:nvSpPr>
        <p:spPr>
          <a:xfrm>
            <a:off x="425450" y="4773930"/>
            <a:ext cx="1188720" cy="1188720"/>
          </a:xfrm>
          <a:prstGeom prst="rect">
            <a:avLst/>
          </a:prstGeom>
        </p:spPr>
        <p:txBody>
          <a:bodyPr anchor="ctr"/>
          <a:lstStyle>
            <a:lvl1pPr marL="0" indent="0" algn="ctr">
              <a:buNone/>
              <a:defRPr sz="1200"/>
            </a:lvl1pPr>
          </a:lstStyle>
          <a:p>
            <a:pPr marL="0" marR="0" lvl="0" indent="0" algn="ctr" defTabSz="914400" rtl="0" eaLnBrk="1" fontAlgn="auto" latinLnBrk="0" hangingPunct="1">
              <a:lnSpc>
                <a:spcPct val="100000"/>
              </a:lnSpc>
              <a:spcBef>
                <a:spcPts val="0"/>
              </a:spcBef>
              <a:spcAft>
                <a:spcPts val="600"/>
              </a:spcAft>
              <a:buClr>
                <a:schemeClr val="accent3"/>
              </a:buClr>
              <a:buSzTx/>
              <a:buFont typeface="Arial" panose="020B0604020202020204" pitchFamily="34" charset="0"/>
              <a:buNone/>
              <a:tabLst/>
              <a:defRPr/>
            </a:pPr>
            <a:r>
              <a:rPr lang="en-US"/>
              <a:t>Click here to add icon</a:t>
            </a:r>
          </a:p>
        </p:txBody>
      </p:sp>
      <p:sp>
        <p:nvSpPr>
          <p:cNvPr id="6" name="Text Placeholder 11">
            <a:extLst>
              <a:ext uri="{FF2B5EF4-FFF2-40B4-BE49-F238E27FC236}">
                <a16:creationId xmlns:a16="http://schemas.microsoft.com/office/drawing/2014/main" id="{C5BC671B-E3BA-C641-C295-075806A97A8B}"/>
              </a:ext>
            </a:extLst>
          </p:cNvPr>
          <p:cNvSpPr>
            <a:spLocks noGrp="1"/>
          </p:cNvSpPr>
          <p:nvPr>
            <p:ph type="body" sz="quarter" idx="24" hasCustomPrompt="1"/>
          </p:nvPr>
        </p:nvSpPr>
        <p:spPr>
          <a:xfrm>
            <a:off x="1801504" y="4659630"/>
            <a:ext cx="9965046" cy="1417320"/>
          </a:xfrm>
        </p:spPr>
        <p:txBody>
          <a:bodyPr lIns="0" tIns="45720" rIns="0" bIns="45720" anchor="ctr"/>
          <a:lstStyle>
            <a:lvl1pPr marL="0" indent="0">
              <a:spcAft>
                <a:spcPts val="200"/>
              </a:spcAft>
              <a:buNone/>
              <a:defRPr sz="1600">
                <a:solidFill>
                  <a:schemeClr val="accent5"/>
                </a:solidFill>
                <a:latin typeface="+mj-lt"/>
              </a:defRPr>
            </a:lvl1pPr>
            <a:lvl2pPr marL="182880" indent="-182880">
              <a:spcAft>
                <a:spcPts val="200"/>
              </a:spcAft>
              <a:defRPr sz="1400"/>
            </a:lvl2pPr>
            <a:lvl3pPr>
              <a:defRPr sz="1400"/>
            </a:lvl3pPr>
            <a:lvl4pPr>
              <a:defRPr sz="1400"/>
            </a:lvl4pPr>
          </a:lstStyle>
          <a:p>
            <a:pPr lvl="0"/>
            <a:r>
              <a:rPr lang="en-US"/>
              <a:t>Heading</a:t>
            </a:r>
          </a:p>
          <a:p>
            <a:pPr lvl="1"/>
            <a:r>
              <a:rPr lang="en-US"/>
              <a:t>Body text</a:t>
            </a:r>
          </a:p>
        </p:txBody>
      </p:sp>
      <p:sp>
        <p:nvSpPr>
          <p:cNvPr id="9" name="Slide Number Placeholder 5">
            <a:extLst>
              <a:ext uri="{FF2B5EF4-FFF2-40B4-BE49-F238E27FC236}">
                <a16:creationId xmlns:a16="http://schemas.microsoft.com/office/drawing/2014/main" id="{B8D7EE73-BD0F-1407-31F4-45DE38083EAE}"/>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317333615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Eight icons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24" name="Picture Placeholder 9">
            <a:extLst>
              <a:ext uri="{FF2B5EF4-FFF2-40B4-BE49-F238E27FC236}">
                <a16:creationId xmlns:a16="http://schemas.microsoft.com/office/drawing/2014/main" id="{B43F4B7B-2CB6-3C5D-41D4-F0733252324A}"/>
              </a:ext>
            </a:extLst>
          </p:cNvPr>
          <p:cNvSpPr>
            <a:spLocks noGrp="1" noChangeAspect="1"/>
          </p:cNvSpPr>
          <p:nvPr>
            <p:ph type="pic" sz="quarter" idx="28" hasCustomPrompt="1"/>
          </p:nvPr>
        </p:nvSpPr>
        <p:spPr>
          <a:xfrm>
            <a:off x="425450" y="1352743"/>
            <a:ext cx="914400" cy="914400"/>
          </a:xfrm>
          <a:prstGeom prst="rect">
            <a:avLst/>
          </a:prstGeom>
        </p:spPr>
        <p:txBody>
          <a:bodyPr anchor="ctr"/>
          <a:lstStyle>
            <a:lvl1pPr marL="0" indent="0" algn="ctr">
              <a:buNone/>
              <a:defRPr sz="1200"/>
            </a:lvl1pPr>
          </a:lstStyle>
          <a:p>
            <a:r>
              <a:rPr lang="en-US"/>
              <a:t>Click here to add icon</a:t>
            </a:r>
          </a:p>
        </p:txBody>
      </p:sp>
      <p:sp>
        <p:nvSpPr>
          <p:cNvPr id="11" name="Text Placeholder 11">
            <a:extLst>
              <a:ext uri="{FF2B5EF4-FFF2-40B4-BE49-F238E27FC236}">
                <a16:creationId xmlns:a16="http://schemas.microsoft.com/office/drawing/2014/main" id="{AD89EBC5-7786-3168-7F27-AA8125DACF78}"/>
              </a:ext>
            </a:extLst>
          </p:cNvPr>
          <p:cNvSpPr>
            <a:spLocks noGrp="1"/>
          </p:cNvSpPr>
          <p:nvPr>
            <p:ph type="body" sz="quarter" idx="36" hasCustomPrompt="1"/>
          </p:nvPr>
        </p:nvSpPr>
        <p:spPr>
          <a:xfrm>
            <a:off x="1512137" y="1307023"/>
            <a:ext cx="4389120" cy="1005840"/>
          </a:xfrm>
        </p:spPr>
        <p:txBody>
          <a:bodyPr lIns="0" tIns="45720" rIns="0" bIns="45720" anchor="ctr"/>
          <a:lstStyle>
            <a:lvl1pPr marL="0" indent="0">
              <a:spcAft>
                <a:spcPts val="200"/>
              </a:spcAft>
              <a:buNone/>
              <a:defRPr sz="1600">
                <a:solidFill>
                  <a:schemeClr val="accent1"/>
                </a:solidFill>
                <a:latin typeface="+mj-lt"/>
              </a:defRPr>
            </a:lvl1pPr>
            <a:lvl2pPr marL="182880" indent="-182880">
              <a:spcAft>
                <a:spcPts val="200"/>
              </a:spcAft>
              <a:defRPr sz="1400"/>
            </a:lvl2pPr>
            <a:lvl3pPr>
              <a:defRPr sz="1400"/>
            </a:lvl3pPr>
            <a:lvl4pPr>
              <a:defRPr sz="1400"/>
            </a:lvl4pPr>
          </a:lstStyle>
          <a:p>
            <a:pPr lvl="0"/>
            <a:r>
              <a:rPr lang="en-US"/>
              <a:t>Heading</a:t>
            </a:r>
          </a:p>
          <a:p>
            <a:pPr lvl="1"/>
            <a:r>
              <a:rPr lang="en-US"/>
              <a:t>Body text</a:t>
            </a:r>
          </a:p>
        </p:txBody>
      </p:sp>
      <p:cxnSp>
        <p:nvCxnSpPr>
          <p:cNvPr id="6" name="Straight Connector 5">
            <a:extLst>
              <a:ext uri="{FF2B5EF4-FFF2-40B4-BE49-F238E27FC236}">
                <a16:creationId xmlns:a16="http://schemas.microsoft.com/office/drawing/2014/main" id="{3C5E0B42-4FAD-B122-9855-574B2EA9EF99}"/>
              </a:ext>
            </a:extLst>
          </p:cNvPr>
          <p:cNvCxnSpPr>
            <a:cxnSpLocks/>
          </p:cNvCxnSpPr>
          <p:nvPr userDrawn="1"/>
        </p:nvCxnSpPr>
        <p:spPr>
          <a:xfrm>
            <a:off x="1512137" y="2437484"/>
            <a:ext cx="438912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26" name="Picture Placeholder 9">
            <a:extLst>
              <a:ext uri="{FF2B5EF4-FFF2-40B4-BE49-F238E27FC236}">
                <a16:creationId xmlns:a16="http://schemas.microsoft.com/office/drawing/2014/main" id="{EB7D8D35-559F-0ECB-0A77-87FEE0425347}"/>
              </a:ext>
            </a:extLst>
          </p:cNvPr>
          <p:cNvSpPr>
            <a:spLocks noGrp="1" noChangeAspect="1"/>
          </p:cNvSpPr>
          <p:nvPr>
            <p:ph type="pic" sz="quarter" idx="30" hasCustomPrompt="1"/>
          </p:nvPr>
        </p:nvSpPr>
        <p:spPr>
          <a:xfrm>
            <a:off x="425450" y="2607825"/>
            <a:ext cx="914400" cy="914400"/>
          </a:xfrm>
          <a:prstGeom prst="rect">
            <a:avLst/>
          </a:prstGeom>
        </p:spPr>
        <p:txBody>
          <a:bodyPr anchor="ctr"/>
          <a:lstStyle>
            <a:lvl1pPr marL="0" indent="0" algn="ctr">
              <a:buNone/>
              <a:defRPr sz="1200"/>
            </a:lvl1pPr>
          </a:lstStyle>
          <a:p>
            <a:r>
              <a:rPr lang="en-US"/>
              <a:t>Click here to add icon</a:t>
            </a:r>
          </a:p>
        </p:txBody>
      </p:sp>
      <p:sp>
        <p:nvSpPr>
          <p:cNvPr id="15" name="Text Placeholder 11">
            <a:extLst>
              <a:ext uri="{FF2B5EF4-FFF2-40B4-BE49-F238E27FC236}">
                <a16:creationId xmlns:a16="http://schemas.microsoft.com/office/drawing/2014/main" id="{12771577-6DF7-C28B-98C1-13903E641423}"/>
              </a:ext>
            </a:extLst>
          </p:cNvPr>
          <p:cNvSpPr>
            <a:spLocks noGrp="1"/>
          </p:cNvSpPr>
          <p:nvPr>
            <p:ph type="body" sz="quarter" idx="39" hasCustomPrompt="1"/>
          </p:nvPr>
        </p:nvSpPr>
        <p:spPr>
          <a:xfrm>
            <a:off x="1512137" y="2562105"/>
            <a:ext cx="4389120" cy="1005840"/>
          </a:xfrm>
        </p:spPr>
        <p:txBody>
          <a:bodyPr lIns="0" tIns="45720" rIns="0" bIns="45720" anchor="ctr"/>
          <a:lstStyle>
            <a:lvl1pPr marL="0" indent="0">
              <a:spcAft>
                <a:spcPts val="200"/>
              </a:spcAft>
              <a:buNone/>
              <a:defRPr sz="1600">
                <a:solidFill>
                  <a:schemeClr val="accent1"/>
                </a:solidFill>
                <a:latin typeface="+mj-lt"/>
              </a:defRPr>
            </a:lvl1pPr>
            <a:lvl2pPr marL="182880" indent="-182880">
              <a:spcAft>
                <a:spcPts val="200"/>
              </a:spcAft>
              <a:defRPr sz="1400"/>
            </a:lvl2pPr>
            <a:lvl3pPr>
              <a:defRPr sz="1400"/>
            </a:lvl3pPr>
            <a:lvl4pPr>
              <a:defRPr sz="1400"/>
            </a:lvl4pPr>
          </a:lstStyle>
          <a:p>
            <a:pPr lvl="0"/>
            <a:r>
              <a:rPr lang="en-US"/>
              <a:t>Heading</a:t>
            </a:r>
          </a:p>
          <a:p>
            <a:pPr lvl="1"/>
            <a:r>
              <a:rPr lang="en-US"/>
              <a:t>Body text</a:t>
            </a:r>
          </a:p>
        </p:txBody>
      </p:sp>
      <p:cxnSp>
        <p:nvCxnSpPr>
          <p:cNvPr id="5" name="Straight Connector 4">
            <a:extLst>
              <a:ext uri="{FF2B5EF4-FFF2-40B4-BE49-F238E27FC236}">
                <a16:creationId xmlns:a16="http://schemas.microsoft.com/office/drawing/2014/main" id="{8B11C842-3283-E596-DE19-3297AED53101}"/>
              </a:ext>
            </a:extLst>
          </p:cNvPr>
          <p:cNvCxnSpPr>
            <a:cxnSpLocks/>
          </p:cNvCxnSpPr>
          <p:nvPr userDrawn="1"/>
        </p:nvCxnSpPr>
        <p:spPr>
          <a:xfrm>
            <a:off x="1512137" y="3692566"/>
            <a:ext cx="438912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28" name="Picture Placeholder 9">
            <a:extLst>
              <a:ext uri="{FF2B5EF4-FFF2-40B4-BE49-F238E27FC236}">
                <a16:creationId xmlns:a16="http://schemas.microsoft.com/office/drawing/2014/main" id="{0815622D-F593-5765-4DE3-9C3B3DA20081}"/>
              </a:ext>
            </a:extLst>
          </p:cNvPr>
          <p:cNvSpPr>
            <a:spLocks noGrp="1" noChangeAspect="1"/>
          </p:cNvSpPr>
          <p:nvPr>
            <p:ph type="pic" sz="quarter" idx="32" hasCustomPrompt="1"/>
          </p:nvPr>
        </p:nvSpPr>
        <p:spPr>
          <a:xfrm>
            <a:off x="425450" y="3862907"/>
            <a:ext cx="914400" cy="914400"/>
          </a:xfrm>
          <a:prstGeom prst="rect">
            <a:avLst/>
          </a:prstGeom>
        </p:spPr>
        <p:txBody>
          <a:bodyPr anchor="ctr"/>
          <a:lstStyle>
            <a:lvl1pPr marL="0" indent="0" algn="ctr">
              <a:buNone/>
              <a:defRPr sz="1200"/>
            </a:lvl1pPr>
          </a:lstStyle>
          <a:p>
            <a:r>
              <a:rPr lang="en-US"/>
              <a:t>Click here to add icon</a:t>
            </a:r>
          </a:p>
        </p:txBody>
      </p:sp>
      <p:sp>
        <p:nvSpPr>
          <p:cNvPr id="13" name="Text Placeholder 11">
            <a:extLst>
              <a:ext uri="{FF2B5EF4-FFF2-40B4-BE49-F238E27FC236}">
                <a16:creationId xmlns:a16="http://schemas.microsoft.com/office/drawing/2014/main" id="{70C21BF9-98CF-2439-2FC3-3163C556C2CB}"/>
              </a:ext>
            </a:extLst>
          </p:cNvPr>
          <p:cNvSpPr>
            <a:spLocks noGrp="1"/>
          </p:cNvSpPr>
          <p:nvPr>
            <p:ph type="body" sz="quarter" idx="38" hasCustomPrompt="1"/>
          </p:nvPr>
        </p:nvSpPr>
        <p:spPr>
          <a:xfrm>
            <a:off x="1512137" y="3817187"/>
            <a:ext cx="4389120" cy="1005840"/>
          </a:xfrm>
        </p:spPr>
        <p:txBody>
          <a:bodyPr lIns="0" tIns="45720" rIns="0" bIns="45720" anchor="ctr"/>
          <a:lstStyle>
            <a:lvl1pPr marL="0" indent="0">
              <a:spcAft>
                <a:spcPts val="200"/>
              </a:spcAft>
              <a:buNone/>
              <a:defRPr sz="1600">
                <a:solidFill>
                  <a:schemeClr val="accent1"/>
                </a:solidFill>
                <a:latin typeface="+mj-lt"/>
              </a:defRPr>
            </a:lvl1pPr>
            <a:lvl2pPr marL="182880" indent="-182880">
              <a:spcAft>
                <a:spcPts val="200"/>
              </a:spcAft>
              <a:defRPr sz="1400"/>
            </a:lvl2pPr>
            <a:lvl3pPr>
              <a:defRPr sz="1400"/>
            </a:lvl3pPr>
            <a:lvl4pPr>
              <a:defRPr sz="1400"/>
            </a:lvl4pPr>
          </a:lstStyle>
          <a:p>
            <a:pPr lvl="0"/>
            <a:r>
              <a:rPr lang="en-US"/>
              <a:t>Heading</a:t>
            </a:r>
          </a:p>
          <a:p>
            <a:pPr lvl="1"/>
            <a:r>
              <a:rPr lang="en-US"/>
              <a:t>Body text</a:t>
            </a:r>
          </a:p>
        </p:txBody>
      </p:sp>
      <p:cxnSp>
        <p:nvCxnSpPr>
          <p:cNvPr id="7" name="Straight Connector 6">
            <a:extLst>
              <a:ext uri="{FF2B5EF4-FFF2-40B4-BE49-F238E27FC236}">
                <a16:creationId xmlns:a16="http://schemas.microsoft.com/office/drawing/2014/main" id="{21378A91-CE46-5522-9C0B-EA8A8EEE264C}"/>
              </a:ext>
            </a:extLst>
          </p:cNvPr>
          <p:cNvCxnSpPr>
            <a:cxnSpLocks/>
          </p:cNvCxnSpPr>
          <p:nvPr userDrawn="1"/>
        </p:nvCxnSpPr>
        <p:spPr>
          <a:xfrm>
            <a:off x="1512137" y="4947648"/>
            <a:ext cx="438912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30" name="Picture Placeholder 9">
            <a:extLst>
              <a:ext uri="{FF2B5EF4-FFF2-40B4-BE49-F238E27FC236}">
                <a16:creationId xmlns:a16="http://schemas.microsoft.com/office/drawing/2014/main" id="{B1B97117-9F24-6123-995B-5C808A68E78F}"/>
              </a:ext>
            </a:extLst>
          </p:cNvPr>
          <p:cNvSpPr>
            <a:spLocks noGrp="1" noChangeAspect="1"/>
          </p:cNvSpPr>
          <p:nvPr>
            <p:ph type="pic" sz="quarter" idx="34" hasCustomPrompt="1"/>
          </p:nvPr>
        </p:nvSpPr>
        <p:spPr>
          <a:xfrm>
            <a:off x="425450" y="5117990"/>
            <a:ext cx="914400" cy="914400"/>
          </a:xfrm>
          <a:prstGeom prst="rect">
            <a:avLst/>
          </a:prstGeom>
        </p:spPr>
        <p:txBody>
          <a:bodyPr anchor="ctr"/>
          <a:lstStyle>
            <a:lvl1pPr marL="0" indent="0" algn="ctr">
              <a:buNone/>
              <a:defRPr sz="1200"/>
            </a:lvl1pPr>
          </a:lstStyle>
          <a:p>
            <a:r>
              <a:rPr lang="en-US"/>
              <a:t>Click here to add icon</a:t>
            </a:r>
          </a:p>
        </p:txBody>
      </p:sp>
      <p:sp>
        <p:nvSpPr>
          <p:cNvPr id="12" name="Text Placeholder 11">
            <a:extLst>
              <a:ext uri="{FF2B5EF4-FFF2-40B4-BE49-F238E27FC236}">
                <a16:creationId xmlns:a16="http://schemas.microsoft.com/office/drawing/2014/main" id="{8ACBFC19-88E9-647B-456B-987298401E2E}"/>
              </a:ext>
            </a:extLst>
          </p:cNvPr>
          <p:cNvSpPr>
            <a:spLocks noGrp="1"/>
          </p:cNvSpPr>
          <p:nvPr>
            <p:ph type="body" sz="quarter" idx="37" hasCustomPrompt="1"/>
          </p:nvPr>
        </p:nvSpPr>
        <p:spPr>
          <a:xfrm>
            <a:off x="1512137" y="5072270"/>
            <a:ext cx="4389120" cy="1005840"/>
          </a:xfrm>
        </p:spPr>
        <p:txBody>
          <a:bodyPr lIns="0" tIns="45720" rIns="0" bIns="45720" anchor="ctr"/>
          <a:lstStyle>
            <a:lvl1pPr marL="0" indent="0">
              <a:spcAft>
                <a:spcPts val="200"/>
              </a:spcAft>
              <a:buNone/>
              <a:defRPr sz="1600">
                <a:solidFill>
                  <a:schemeClr val="accent1"/>
                </a:solidFill>
                <a:latin typeface="+mj-lt"/>
              </a:defRPr>
            </a:lvl1pPr>
            <a:lvl2pPr marL="182880" indent="-182880">
              <a:spcAft>
                <a:spcPts val="200"/>
              </a:spcAft>
              <a:defRPr sz="1400"/>
            </a:lvl2pPr>
            <a:lvl3pPr>
              <a:defRPr sz="1400"/>
            </a:lvl3pPr>
            <a:lvl4pPr>
              <a:defRPr sz="1400"/>
            </a:lvl4pPr>
          </a:lstStyle>
          <a:p>
            <a:pPr lvl="0"/>
            <a:r>
              <a:rPr lang="en-US"/>
              <a:t>Heading</a:t>
            </a:r>
          </a:p>
          <a:p>
            <a:pPr lvl="1"/>
            <a:r>
              <a:rPr lang="en-US"/>
              <a:t>Body text</a:t>
            </a:r>
          </a:p>
        </p:txBody>
      </p:sp>
      <p:sp>
        <p:nvSpPr>
          <p:cNvPr id="25" name="Picture Placeholder 9">
            <a:extLst>
              <a:ext uri="{FF2B5EF4-FFF2-40B4-BE49-F238E27FC236}">
                <a16:creationId xmlns:a16="http://schemas.microsoft.com/office/drawing/2014/main" id="{0D74B06B-61ED-CEFB-E3B3-9FC646969EA4}"/>
              </a:ext>
            </a:extLst>
          </p:cNvPr>
          <p:cNvSpPr>
            <a:spLocks noGrp="1" noChangeAspect="1"/>
          </p:cNvSpPr>
          <p:nvPr>
            <p:ph type="pic" sz="quarter" idx="29" hasCustomPrompt="1"/>
          </p:nvPr>
        </p:nvSpPr>
        <p:spPr>
          <a:xfrm>
            <a:off x="6305389" y="1352743"/>
            <a:ext cx="914400" cy="914400"/>
          </a:xfrm>
          <a:prstGeom prst="rect">
            <a:avLst/>
          </a:prstGeom>
        </p:spPr>
        <p:txBody>
          <a:bodyPr anchor="ctr"/>
          <a:lstStyle>
            <a:lvl1pPr marL="0" indent="0" algn="ctr">
              <a:buNone/>
              <a:defRPr sz="1200"/>
            </a:lvl1pPr>
          </a:lstStyle>
          <a:p>
            <a:r>
              <a:rPr lang="en-US"/>
              <a:t>Click here to add icon</a:t>
            </a:r>
          </a:p>
        </p:txBody>
      </p:sp>
      <p:sp>
        <p:nvSpPr>
          <p:cNvPr id="18" name="Text Placeholder 11">
            <a:extLst>
              <a:ext uri="{FF2B5EF4-FFF2-40B4-BE49-F238E27FC236}">
                <a16:creationId xmlns:a16="http://schemas.microsoft.com/office/drawing/2014/main" id="{E7C72D8B-534B-6DE5-0B48-3CB97967D311}"/>
              </a:ext>
            </a:extLst>
          </p:cNvPr>
          <p:cNvSpPr>
            <a:spLocks noGrp="1"/>
          </p:cNvSpPr>
          <p:nvPr>
            <p:ph type="body" sz="quarter" idx="40" hasCustomPrompt="1"/>
          </p:nvPr>
        </p:nvSpPr>
        <p:spPr>
          <a:xfrm>
            <a:off x="7385531" y="1307023"/>
            <a:ext cx="4389120" cy="1005840"/>
          </a:xfrm>
        </p:spPr>
        <p:txBody>
          <a:bodyPr lIns="0" tIns="45720" rIns="0" bIns="45720" anchor="ctr"/>
          <a:lstStyle>
            <a:lvl1pPr marL="0" indent="0">
              <a:spcAft>
                <a:spcPts val="200"/>
              </a:spcAft>
              <a:buNone/>
              <a:defRPr sz="1600">
                <a:solidFill>
                  <a:schemeClr val="accent1"/>
                </a:solidFill>
                <a:latin typeface="+mj-lt"/>
              </a:defRPr>
            </a:lvl1pPr>
            <a:lvl2pPr marL="182880" indent="-182880">
              <a:spcAft>
                <a:spcPts val="200"/>
              </a:spcAft>
              <a:defRPr sz="1400"/>
            </a:lvl2pPr>
            <a:lvl3pPr>
              <a:defRPr sz="1400"/>
            </a:lvl3pPr>
            <a:lvl4pPr>
              <a:defRPr sz="1400"/>
            </a:lvl4pPr>
          </a:lstStyle>
          <a:p>
            <a:pPr lvl="0"/>
            <a:r>
              <a:rPr lang="en-US"/>
              <a:t>Heading</a:t>
            </a:r>
          </a:p>
          <a:p>
            <a:pPr lvl="1"/>
            <a:r>
              <a:rPr lang="en-US"/>
              <a:t>Body text</a:t>
            </a:r>
          </a:p>
        </p:txBody>
      </p:sp>
      <p:cxnSp>
        <p:nvCxnSpPr>
          <p:cNvPr id="23" name="Straight Connector 22">
            <a:extLst>
              <a:ext uri="{FF2B5EF4-FFF2-40B4-BE49-F238E27FC236}">
                <a16:creationId xmlns:a16="http://schemas.microsoft.com/office/drawing/2014/main" id="{4455D23A-01AB-588F-517A-144079958FC2}"/>
              </a:ext>
            </a:extLst>
          </p:cNvPr>
          <p:cNvCxnSpPr>
            <a:cxnSpLocks/>
          </p:cNvCxnSpPr>
          <p:nvPr userDrawn="1"/>
        </p:nvCxnSpPr>
        <p:spPr>
          <a:xfrm>
            <a:off x="7385531" y="2437484"/>
            <a:ext cx="438912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27" name="Picture Placeholder 9">
            <a:extLst>
              <a:ext uri="{FF2B5EF4-FFF2-40B4-BE49-F238E27FC236}">
                <a16:creationId xmlns:a16="http://schemas.microsoft.com/office/drawing/2014/main" id="{C8F1CBD6-68D2-0E56-C57A-4BB197422862}"/>
              </a:ext>
            </a:extLst>
          </p:cNvPr>
          <p:cNvSpPr>
            <a:spLocks noGrp="1" noChangeAspect="1"/>
          </p:cNvSpPr>
          <p:nvPr>
            <p:ph type="pic" sz="quarter" idx="31" hasCustomPrompt="1"/>
          </p:nvPr>
        </p:nvSpPr>
        <p:spPr>
          <a:xfrm>
            <a:off x="6305389" y="2607825"/>
            <a:ext cx="914400" cy="914400"/>
          </a:xfrm>
          <a:prstGeom prst="rect">
            <a:avLst/>
          </a:prstGeom>
        </p:spPr>
        <p:txBody>
          <a:bodyPr anchor="ctr"/>
          <a:lstStyle>
            <a:lvl1pPr marL="0" indent="0" algn="ctr">
              <a:buNone/>
              <a:defRPr sz="1200"/>
            </a:lvl1pPr>
          </a:lstStyle>
          <a:p>
            <a:r>
              <a:rPr lang="en-US"/>
              <a:t>Click here to add icon</a:t>
            </a:r>
          </a:p>
        </p:txBody>
      </p:sp>
      <p:sp>
        <p:nvSpPr>
          <p:cNvPr id="19" name="Text Placeholder 11">
            <a:extLst>
              <a:ext uri="{FF2B5EF4-FFF2-40B4-BE49-F238E27FC236}">
                <a16:creationId xmlns:a16="http://schemas.microsoft.com/office/drawing/2014/main" id="{E56446B9-85DF-3D97-4D7B-6A4467036639}"/>
              </a:ext>
            </a:extLst>
          </p:cNvPr>
          <p:cNvSpPr>
            <a:spLocks noGrp="1"/>
          </p:cNvSpPr>
          <p:nvPr>
            <p:ph type="body" sz="quarter" idx="41" hasCustomPrompt="1"/>
          </p:nvPr>
        </p:nvSpPr>
        <p:spPr>
          <a:xfrm>
            <a:off x="7385531" y="2562105"/>
            <a:ext cx="4389120" cy="1005840"/>
          </a:xfrm>
        </p:spPr>
        <p:txBody>
          <a:bodyPr lIns="0" tIns="45720" rIns="0" bIns="45720" anchor="ctr"/>
          <a:lstStyle>
            <a:lvl1pPr marL="0" indent="0">
              <a:spcAft>
                <a:spcPts val="200"/>
              </a:spcAft>
              <a:buNone/>
              <a:defRPr sz="1600">
                <a:solidFill>
                  <a:schemeClr val="accent1"/>
                </a:solidFill>
                <a:latin typeface="+mj-lt"/>
              </a:defRPr>
            </a:lvl1pPr>
            <a:lvl2pPr marL="182880" indent="-182880">
              <a:spcAft>
                <a:spcPts val="200"/>
              </a:spcAft>
              <a:defRPr sz="1400"/>
            </a:lvl2pPr>
            <a:lvl3pPr>
              <a:defRPr sz="1400"/>
            </a:lvl3pPr>
            <a:lvl4pPr>
              <a:defRPr sz="1400"/>
            </a:lvl4pPr>
          </a:lstStyle>
          <a:p>
            <a:pPr lvl="0"/>
            <a:r>
              <a:rPr lang="en-US"/>
              <a:t>Heading</a:t>
            </a:r>
          </a:p>
          <a:p>
            <a:pPr lvl="1"/>
            <a:r>
              <a:rPr lang="en-US"/>
              <a:t>Body text</a:t>
            </a:r>
          </a:p>
        </p:txBody>
      </p:sp>
      <p:cxnSp>
        <p:nvCxnSpPr>
          <p:cNvPr id="22" name="Straight Connector 21">
            <a:extLst>
              <a:ext uri="{FF2B5EF4-FFF2-40B4-BE49-F238E27FC236}">
                <a16:creationId xmlns:a16="http://schemas.microsoft.com/office/drawing/2014/main" id="{EE326F57-826B-3ACC-E1E9-43A337E58CE7}"/>
              </a:ext>
            </a:extLst>
          </p:cNvPr>
          <p:cNvCxnSpPr>
            <a:cxnSpLocks/>
          </p:cNvCxnSpPr>
          <p:nvPr userDrawn="1"/>
        </p:nvCxnSpPr>
        <p:spPr>
          <a:xfrm>
            <a:off x="7385531" y="3692566"/>
            <a:ext cx="438912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29" name="Picture Placeholder 9">
            <a:extLst>
              <a:ext uri="{FF2B5EF4-FFF2-40B4-BE49-F238E27FC236}">
                <a16:creationId xmlns:a16="http://schemas.microsoft.com/office/drawing/2014/main" id="{8A4B5D9B-DD42-E12C-B8B1-D148773ADFC2}"/>
              </a:ext>
            </a:extLst>
          </p:cNvPr>
          <p:cNvSpPr>
            <a:spLocks noGrp="1" noChangeAspect="1"/>
          </p:cNvSpPr>
          <p:nvPr>
            <p:ph type="pic" sz="quarter" idx="33" hasCustomPrompt="1"/>
          </p:nvPr>
        </p:nvSpPr>
        <p:spPr>
          <a:xfrm>
            <a:off x="6305389" y="3862907"/>
            <a:ext cx="914400" cy="914400"/>
          </a:xfrm>
          <a:prstGeom prst="rect">
            <a:avLst/>
          </a:prstGeom>
        </p:spPr>
        <p:txBody>
          <a:bodyPr anchor="ctr"/>
          <a:lstStyle>
            <a:lvl1pPr marL="0" indent="0" algn="ctr">
              <a:buNone/>
              <a:defRPr sz="1200"/>
            </a:lvl1pPr>
          </a:lstStyle>
          <a:p>
            <a:r>
              <a:rPr lang="en-US"/>
              <a:t>Click here to add icon</a:t>
            </a:r>
          </a:p>
        </p:txBody>
      </p:sp>
      <p:sp>
        <p:nvSpPr>
          <p:cNvPr id="32" name="Text Placeholder 11">
            <a:extLst>
              <a:ext uri="{FF2B5EF4-FFF2-40B4-BE49-F238E27FC236}">
                <a16:creationId xmlns:a16="http://schemas.microsoft.com/office/drawing/2014/main" id="{CE2966E9-E5B2-905D-1BF4-C087E4D1BD05}"/>
              </a:ext>
            </a:extLst>
          </p:cNvPr>
          <p:cNvSpPr>
            <a:spLocks noGrp="1"/>
          </p:cNvSpPr>
          <p:nvPr>
            <p:ph type="body" sz="quarter" idx="42" hasCustomPrompt="1"/>
          </p:nvPr>
        </p:nvSpPr>
        <p:spPr>
          <a:xfrm>
            <a:off x="7385531" y="3817187"/>
            <a:ext cx="4389120" cy="1005840"/>
          </a:xfrm>
        </p:spPr>
        <p:txBody>
          <a:bodyPr lIns="0" tIns="45720" rIns="0" bIns="45720" anchor="ctr"/>
          <a:lstStyle>
            <a:lvl1pPr marL="0" indent="0">
              <a:spcAft>
                <a:spcPts val="200"/>
              </a:spcAft>
              <a:buNone/>
              <a:defRPr sz="1600">
                <a:solidFill>
                  <a:schemeClr val="accent1"/>
                </a:solidFill>
                <a:latin typeface="+mj-lt"/>
              </a:defRPr>
            </a:lvl1pPr>
            <a:lvl2pPr marL="182880" indent="-182880">
              <a:spcAft>
                <a:spcPts val="200"/>
              </a:spcAft>
              <a:defRPr sz="1400"/>
            </a:lvl2pPr>
            <a:lvl3pPr>
              <a:defRPr sz="1400"/>
            </a:lvl3pPr>
            <a:lvl4pPr>
              <a:defRPr sz="1400"/>
            </a:lvl4pPr>
          </a:lstStyle>
          <a:p>
            <a:pPr lvl="0"/>
            <a:r>
              <a:rPr lang="en-US"/>
              <a:t>Heading</a:t>
            </a:r>
          </a:p>
          <a:p>
            <a:pPr lvl="1"/>
            <a:r>
              <a:rPr lang="en-US"/>
              <a:t>Body text</a:t>
            </a:r>
          </a:p>
        </p:txBody>
      </p:sp>
      <p:cxnSp>
        <p:nvCxnSpPr>
          <p:cNvPr id="10" name="Straight Connector 9">
            <a:extLst>
              <a:ext uri="{FF2B5EF4-FFF2-40B4-BE49-F238E27FC236}">
                <a16:creationId xmlns:a16="http://schemas.microsoft.com/office/drawing/2014/main" id="{19BA8E10-C301-B50F-BA49-15050943AAD9}"/>
              </a:ext>
            </a:extLst>
          </p:cNvPr>
          <p:cNvCxnSpPr>
            <a:cxnSpLocks/>
          </p:cNvCxnSpPr>
          <p:nvPr userDrawn="1"/>
        </p:nvCxnSpPr>
        <p:spPr>
          <a:xfrm>
            <a:off x="7385531" y="4947648"/>
            <a:ext cx="438912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31" name="Picture Placeholder 9">
            <a:extLst>
              <a:ext uri="{FF2B5EF4-FFF2-40B4-BE49-F238E27FC236}">
                <a16:creationId xmlns:a16="http://schemas.microsoft.com/office/drawing/2014/main" id="{4FE3643B-04DC-9C04-EC21-6FC260035471}"/>
              </a:ext>
            </a:extLst>
          </p:cNvPr>
          <p:cNvSpPr>
            <a:spLocks noGrp="1" noChangeAspect="1"/>
          </p:cNvSpPr>
          <p:nvPr>
            <p:ph type="pic" sz="quarter" idx="35" hasCustomPrompt="1"/>
          </p:nvPr>
        </p:nvSpPr>
        <p:spPr>
          <a:xfrm>
            <a:off x="6305389" y="5117990"/>
            <a:ext cx="914400" cy="914400"/>
          </a:xfrm>
          <a:prstGeom prst="rect">
            <a:avLst/>
          </a:prstGeom>
        </p:spPr>
        <p:txBody>
          <a:bodyPr anchor="ctr"/>
          <a:lstStyle>
            <a:lvl1pPr marL="0" indent="0" algn="ctr">
              <a:buNone/>
              <a:defRPr sz="1200"/>
            </a:lvl1pPr>
          </a:lstStyle>
          <a:p>
            <a:r>
              <a:rPr lang="en-US"/>
              <a:t>Click here to add icon</a:t>
            </a:r>
          </a:p>
        </p:txBody>
      </p:sp>
      <p:sp>
        <p:nvSpPr>
          <p:cNvPr id="33" name="Text Placeholder 11">
            <a:extLst>
              <a:ext uri="{FF2B5EF4-FFF2-40B4-BE49-F238E27FC236}">
                <a16:creationId xmlns:a16="http://schemas.microsoft.com/office/drawing/2014/main" id="{2291F0A7-9B4B-3796-A3FB-37ECE65A9A89}"/>
              </a:ext>
            </a:extLst>
          </p:cNvPr>
          <p:cNvSpPr>
            <a:spLocks noGrp="1"/>
          </p:cNvSpPr>
          <p:nvPr>
            <p:ph type="body" sz="quarter" idx="43" hasCustomPrompt="1"/>
          </p:nvPr>
        </p:nvSpPr>
        <p:spPr>
          <a:xfrm>
            <a:off x="7385531" y="5072270"/>
            <a:ext cx="4389120" cy="1005840"/>
          </a:xfrm>
        </p:spPr>
        <p:txBody>
          <a:bodyPr lIns="0" tIns="45720" rIns="0" bIns="45720" anchor="ctr"/>
          <a:lstStyle>
            <a:lvl1pPr marL="0" indent="0">
              <a:spcAft>
                <a:spcPts val="200"/>
              </a:spcAft>
              <a:buNone/>
              <a:defRPr sz="1600">
                <a:solidFill>
                  <a:schemeClr val="accent1"/>
                </a:solidFill>
                <a:latin typeface="+mj-lt"/>
              </a:defRPr>
            </a:lvl1pPr>
            <a:lvl2pPr marL="182880" indent="-182880">
              <a:spcAft>
                <a:spcPts val="200"/>
              </a:spcAft>
              <a:defRPr sz="1400"/>
            </a:lvl2pPr>
            <a:lvl3pPr>
              <a:defRPr sz="1400"/>
            </a:lvl3pPr>
            <a:lvl4pPr>
              <a:defRPr sz="1400"/>
            </a:lvl4pPr>
          </a:lstStyle>
          <a:p>
            <a:pPr lvl="0"/>
            <a:r>
              <a:rPr lang="en-US"/>
              <a:t>Heading</a:t>
            </a:r>
          </a:p>
          <a:p>
            <a:pPr lvl="1"/>
            <a:r>
              <a:rPr lang="en-US"/>
              <a:t>Body text</a:t>
            </a:r>
          </a:p>
        </p:txBody>
      </p:sp>
      <p:sp>
        <p:nvSpPr>
          <p:cNvPr id="3" name="Slide Number Placeholder 5">
            <a:extLst>
              <a:ext uri="{FF2B5EF4-FFF2-40B4-BE49-F238E27FC236}">
                <a16:creationId xmlns:a16="http://schemas.microsoft.com/office/drawing/2014/main" id="{88F45AF8-A8C0-A223-DBED-02A7C9E91BFE}"/>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166490713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Four circle tex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11" name="Text Placeholder 11">
            <a:extLst>
              <a:ext uri="{FF2B5EF4-FFF2-40B4-BE49-F238E27FC236}">
                <a16:creationId xmlns:a16="http://schemas.microsoft.com/office/drawing/2014/main" id="{A89770E9-16F2-7FFA-DCB8-9440D4376679}"/>
              </a:ext>
            </a:extLst>
          </p:cNvPr>
          <p:cNvSpPr>
            <a:spLocks noGrp="1" noChangeAspect="1"/>
          </p:cNvSpPr>
          <p:nvPr>
            <p:ph type="body" sz="quarter" idx="14" hasCustomPrompt="1"/>
          </p:nvPr>
        </p:nvSpPr>
        <p:spPr>
          <a:xfrm>
            <a:off x="425450" y="1446213"/>
            <a:ext cx="1051560" cy="1051560"/>
          </a:xfrm>
          <a:prstGeom prst="ellipse">
            <a:avLst/>
          </a:prstGeom>
          <a:solidFill>
            <a:schemeClr val="accent1"/>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a:t>Text only</a:t>
            </a:r>
            <a:endParaRPr lang="en-US"/>
          </a:p>
        </p:txBody>
      </p:sp>
      <p:sp>
        <p:nvSpPr>
          <p:cNvPr id="4" name="Text Placeholder 11">
            <a:extLst>
              <a:ext uri="{FF2B5EF4-FFF2-40B4-BE49-F238E27FC236}">
                <a16:creationId xmlns:a16="http://schemas.microsoft.com/office/drawing/2014/main" id="{F190266A-6EA5-DA1F-2689-9203581580EC}"/>
              </a:ext>
            </a:extLst>
          </p:cNvPr>
          <p:cNvSpPr>
            <a:spLocks noGrp="1"/>
          </p:cNvSpPr>
          <p:nvPr>
            <p:ph type="body" sz="quarter" idx="36" hasCustomPrompt="1"/>
          </p:nvPr>
        </p:nvSpPr>
        <p:spPr>
          <a:xfrm>
            <a:off x="1643606" y="1469073"/>
            <a:ext cx="10122944" cy="1005840"/>
          </a:xfrm>
        </p:spPr>
        <p:txBody>
          <a:bodyPr lIns="0" tIns="45720" rIns="0" bIns="45720" anchor="ctr"/>
          <a:lstStyle>
            <a:lvl1pPr marL="0" indent="0">
              <a:spcAft>
                <a:spcPts val="200"/>
              </a:spcAft>
              <a:buNone/>
              <a:defRPr sz="1600">
                <a:solidFill>
                  <a:schemeClr val="accent1"/>
                </a:solidFill>
                <a:latin typeface="+mj-lt"/>
              </a:defRPr>
            </a:lvl1pPr>
            <a:lvl2pPr marL="182880" indent="-182880">
              <a:spcAft>
                <a:spcPts val="200"/>
              </a:spcAft>
              <a:defRPr sz="1400"/>
            </a:lvl2pPr>
            <a:lvl3pPr>
              <a:defRPr sz="1400"/>
            </a:lvl3pPr>
            <a:lvl4pPr>
              <a:defRPr sz="1400"/>
            </a:lvl4pPr>
          </a:lstStyle>
          <a:p>
            <a:pPr lvl="0"/>
            <a:r>
              <a:rPr lang="en-US"/>
              <a:t>Heading</a:t>
            </a:r>
          </a:p>
          <a:p>
            <a:pPr lvl="1"/>
            <a:r>
              <a:rPr lang="en-US"/>
              <a:t>Body text</a:t>
            </a:r>
          </a:p>
        </p:txBody>
      </p:sp>
      <p:cxnSp>
        <p:nvCxnSpPr>
          <p:cNvPr id="20" name="Straight Connector 19">
            <a:extLst>
              <a:ext uri="{FF2B5EF4-FFF2-40B4-BE49-F238E27FC236}">
                <a16:creationId xmlns:a16="http://schemas.microsoft.com/office/drawing/2014/main" id="{B9FCB7CB-F0E3-E9F1-33DB-E06C950D986F}"/>
              </a:ext>
            </a:extLst>
          </p:cNvPr>
          <p:cNvCxnSpPr/>
          <p:nvPr userDrawn="1"/>
        </p:nvCxnSpPr>
        <p:spPr>
          <a:xfrm>
            <a:off x="1643606" y="2568119"/>
            <a:ext cx="10122943"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2" name="Text Placeholder 11">
            <a:extLst>
              <a:ext uri="{FF2B5EF4-FFF2-40B4-BE49-F238E27FC236}">
                <a16:creationId xmlns:a16="http://schemas.microsoft.com/office/drawing/2014/main" id="{51F13AE0-9183-D602-5CE3-A9A8CFB65524}"/>
              </a:ext>
            </a:extLst>
          </p:cNvPr>
          <p:cNvSpPr>
            <a:spLocks noGrp="1" noChangeAspect="1"/>
          </p:cNvSpPr>
          <p:nvPr>
            <p:ph type="body" sz="quarter" idx="15" hasCustomPrompt="1"/>
          </p:nvPr>
        </p:nvSpPr>
        <p:spPr>
          <a:xfrm>
            <a:off x="425450" y="2638464"/>
            <a:ext cx="1051560" cy="1051560"/>
          </a:xfrm>
          <a:prstGeom prst="ellipse">
            <a:avLst/>
          </a:prstGeom>
          <a:solidFill>
            <a:schemeClr val="accent3"/>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a:t>Text only</a:t>
            </a:r>
            <a:endParaRPr lang="en-US"/>
          </a:p>
        </p:txBody>
      </p:sp>
      <p:sp>
        <p:nvSpPr>
          <p:cNvPr id="5" name="Text Placeholder 11">
            <a:extLst>
              <a:ext uri="{FF2B5EF4-FFF2-40B4-BE49-F238E27FC236}">
                <a16:creationId xmlns:a16="http://schemas.microsoft.com/office/drawing/2014/main" id="{5401359C-8F5C-6329-FB4C-ACDB3E530D46}"/>
              </a:ext>
            </a:extLst>
          </p:cNvPr>
          <p:cNvSpPr>
            <a:spLocks noGrp="1"/>
          </p:cNvSpPr>
          <p:nvPr>
            <p:ph type="body" sz="quarter" idx="37" hasCustomPrompt="1"/>
          </p:nvPr>
        </p:nvSpPr>
        <p:spPr>
          <a:xfrm>
            <a:off x="1643606" y="2661324"/>
            <a:ext cx="10122944" cy="1005840"/>
          </a:xfrm>
        </p:spPr>
        <p:txBody>
          <a:bodyPr lIns="0" tIns="45720" rIns="0" bIns="45720" anchor="ctr"/>
          <a:lstStyle>
            <a:lvl1pPr marL="0" indent="0">
              <a:spcAft>
                <a:spcPts val="200"/>
              </a:spcAft>
              <a:buNone/>
              <a:defRPr sz="1600">
                <a:solidFill>
                  <a:schemeClr val="accent3"/>
                </a:solidFill>
                <a:latin typeface="+mj-lt"/>
              </a:defRPr>
            </a:lvl1pPr>
            <a:lvl2pPr marL="182880" indent="-182880">
              <a:spcAft>
                <a:spcPts val="200"/>
              </a:spcAft>
              <a:defRPr sz="1400"/>
            </a:lvl2pPr>
            <a:lvl3pPr>
              <a:defRPr sz="1400"/>
            </a:lvl3pPr>
            <a:lvl4pPr>
              <a:defRPr sz="1400"/>
            </a:lvl4pPr>
          </a:lstStyle>
          <a:p>
            <a:pPr lvl="0"/>
            <a:r>
              <a:rPr lang="en-US"/>
              <a:t>Heading</a:t>
            </a:r>
          </a:p>
          <a:p>
            <a:pPr lvl="1"/>
            <a:r>
              <a:rPr lang="en-US"/>
              <a:t>Body text</a:t>
            </a:r>
          </a:p>
        </p:txBody>
      </p:sp>
      <p:cxnSp>
        <p:nvCxnSpPr>
          <p:cNvPr id="21" name="Straight Connector 20">
            <a:extLst>
              <a:ext uri="{FF2B5EF4-FFF2-40B4-BE49-F238E27FC236}">
                <a16:creationId xmlns:a16="http://schemas.microsoft.com/office/drawing/2014/main" id="{AD6C658A-1C1E-8319-759A-C14D8B1EDFF1}"/>
              </a:ext>
            </a:extLst>
          </p:cNvPr>
          <p:cNvCxnSpPr/>
          <p:nvPr userDrawn="1"/>
        </p:nvCxnSpPr>
        <p:spPr>
          <a:xfrm>
            <a:off x="1643606" y="3761178"/>
            <a:ext cx="10122943"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3" name="Text Placeholder 11">
            <a:extLst>
              <a:ext uri="{FF2B5EF4-FFF2-40B4-BE49-F238E27FC236}">
                <a16:creationId xmlns:a16="http://schemas.microsoft.com/office/drawing/2014/main" id="{9AAE432B-E20C-7DDA-7B74-202DD9899130}"/>
              </a:ext>
            </a:extLst>
          </p:cNvPr>
          <p:cNvSpPr>
            <a:spLocks noGrp="1" noChangeAspect="1"/>
          </p:cNvSpPr>
          <p:nvPr>
            <p:ph type="body" sz="quarter" idx="16" hasCustomPrompt="1"/>
          </p:nvPr>
        </p:nvSpPr>
        <p:spPr>
          <a:xfrm>
            <a:off x="425450" y="3832331"/>
            <a:ext cx="1051560" cy="1051560"/>
          </a:xfrm>
          <a:prstGeom prst="ellipse">
            <a:avLst/>
          </a:prstGeom>
          <a:solidFill>
            <a:schemeClr val="accent1"/>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a:t>Text only</a:t>
            </a:r>
            <a:endParaRPr lang="en-US"/>
          </a:p>
        </p:txBody>
      </p:sp>
      <p:sp>
        <p:nvSpPr>
          <p:cNvPr id="6" name="Text Placeholder 11">
            <a:extLst>
              <a:ext uri="{FF2B5EF4-FFF2-40B4-BE49-F238E27FC236}">
                <a16:creationId xmlns:a16="http://schemas.microsoft.com/office/drawing/2014/main" id="{46420016-65BB-65D1-7A9B-BC72F9D6828A}"/>
              </a:ext>
            </a:extLst>
          </p:cNvPr>
          <p:cNvSpPr>
            <a:spLocks noGrp="1"/>
          </p:cNvSpPr>
          <p:nvPr>
            <p:ph type="body" sz="quarter" idx="38" hasCustomPrompt="1"/>
          </p:nvPr>
        </p:nvSpPr>
        <p:spPr>
          <a:xfrm>
            <a:off x="1643606" y="3855191"/>
            <a:ext cx="10122944" cy="1005840"/>
          </a:xfrm>
        </p:spPr>
        <p:txBody>
          <a:bodyPr lIns="0" tIns="45720" rIns="0" bIns="45720" anchor="ctr"/>
          <a:lstStyle>
            <a:lvl1pPr marL="0" indent="0">
              <a:spcAft>
                <a:spcPts val="200"/>
              </a:spcAft>
              <a:buNone/>
              <a:defRPr sz="1600">
                <a:solidFill>
                  <a:schemeClr val="accent1"/>
                </a:solidFill>
                <a:latin typeface="+mj-lt"/>
              </a:defRPr>
            </a:lvl1pPr>
            <a:lvl2pPr marL="182880" indent="-182880">
              <a:spcAft>
                <a:spcPts val="200"/>
              </a:spcAft>
              <a:defRPr sz="1400"/>
            </a:lvl2pPr>
            <a:lvl3pPr>
              <a:defRPr sz="1400"/>
            </a:lvl3pPr>
            <a:lvl4pPr>
              <a:defRPr sz="1400"/>
            </a:lvl4pPr>
          </a:lstStyle>
          <a:p>
            <a:pPr lvl="0"/>
            <a:r>
              <a:rPr lang="en-US"/>
              <a:t>Heading</a:t>
            </a:r>
          </a:p>
          <a:p>
            <a:pPr lvl="1"/>
            <a:r>
              <a:rPr lang="en-US"/>
              <a:t>Body text</a:t>
            </a:r>
          </a:p>
        </p:txBody>
      </p:sp>
      <p:cxnSp>
        <p:nvCxnSpPr>
          <p:cNvPr id="22" name="Straight Connector 21">
            <a:extLst>
              <a:ext uri="{FF2B5EF4-FFF2-40B4-BE49-F238E27FC236}">
                <a16:creationId xmlns:a16="http://schemas.microsoft.com/office/drawing/2014/main" id="{CDCFDCD5-F742-BE4C-C5AC-89AD0A324771}"/>
              </a:ext>
            </a:extLst>
          </p:cNvPr>
          <p:cNvCxnSpPr/>
          <p:nvPr userDrawn="1"/>
        </p:nvCxnSpPr>
        <p:spPr>
          <a:xfrm>
            <a:off x="1643606" y="4954641"/>
            <a:ext cx="10122943"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5" name="Text Placeholder 11">
            <a:extLst>
              <a:ext uri="{FF2B5EF4-FFF2-40B4-BE49-F238E27FC236}">
                <a16:creationId xmlns:a16="http://schemas.microsoft.com/office/drawing/2014/main" id="{6AA48CE4-D48F-1815-952F-AE9234ABC8B0}"/>
              </a:ext>
            </a:extLst>
          </p:cNvPr>
          <p:cNvSpPr>
            <a:spLocks noGrp="1" noChangeAspect="1"/>
          </p:cNvSpPr>
          <p:nvPr>
            <p:ph type="body" sz="quarter" idx="17" hasCustomPrompt="1"/>
          </p:nvPr>
        </p:nvSpPr>
        <p:spPr>
          <a:xfrm>
            <a:off x="425450" y="5025390"/>
            <a:ext cx="1051560" cy="1051560"/>
          </a:xfrm>
          <a:prstGeom prst="ellipse">
            <a:avLst/>
          </a:prstGeom>
          <a:solidFill>
            <a:schemeClr val="accent3"/>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a:t>Text only</a:t>
            </a:r>
            <a:endParaRPr lang="en-US"/>
          </a:p>
        </p:txBody>
      </p:sp>
      <p:sp>
        <p:nvSpPr>
          <p:cNvPr id="7" name="Text Placeholder 11">
            <a:extLst>
              <a:ext uri="{FF2B5EF4-FFF2-40B4-BE49-F238E27FC236}">
                <a16:creationId xmlns:a16="http://schemas.microsoft.com/office/drawing/2014/main" id="{2E30510B-0B2F-B2B8-13C1-8A4B008236D0}"/>
              </a:ext>
            </a:extLst>
          </p:cNvPr>
          <p:cNvSpPr>
            <a:spLocks noGrp="1"/>
          </p:cNvSpPr>
          <p:nvPr>
            <p:ph type="body" sz="quarter" idx="39" hasCustomPrompt="1"/>
          </p:nvPr>
        </p:nvSpPr>
        <p:spPr>
          <a:xfrm>
            <a:off x="1643606" y="5048250"/>
            <a:ext cx="10122944" cy="1005840"/>
          </a:xfrm>
        </p:spPr>
        <p:txBody>
          <a:bodyPr lIns="0" tIns="45720" rIns="0" bIns="45720" anchor="ctr"/>
          <a:lstStyle>
            <a:lvl1pPr marL="0" indent="0">
              <a:spcAft>
                <a:spcPts val="200"/>
              </a:spcAft>
              <a:buNone/>
              <a:defRPr sz="1600">
                <a:solidFill>
                  <a:schemeClr val="accent3"/>
                </a:solidFill>
                <a:latin typeface="+mj-lt"/>
              </a:defRPr>
            </a:lvl1pPr>
            <a:lvl2pPr marL="182880" indent="-182880">
              <a:spcAft>
                <a:spcPts val="200"/>
              </a:spcAft>
              <a:defRPr sz="1400"/>
            </a:lvl2pPr>
            <a:lvl3pPr>
              <a:defRPr sz="1400"/>
            </a:lvl3pPr>
            <a:lvl4pPr>
              <a:defRPr sz="1400"/>
            </a:lvl4pPr>
          </a:lstStyle>
          <a:p>
            <a:pPr lvl="0"/>
            <a:r>
              <a:rPr lang="en-US"/>
              <a:t>Heading</a:t>
            </a:r>
          </a:p>
          <a:p>
            <a:pPr lvl="1"/>
            <a:r>
              <a:rPr lang="en-US"/>
              <a:t>Body text</a:t>
            </a:r>
          </a:p>
        </p:txBody>
      </p:sp>
      <p:sp>
        <p:nvSpPr>
          <p:cNvPr id="3" name="Slide Number Placeholder 5">
            <a:extLst>
              <a:ext uri="{FF2B5EF4-FFF2-40B4-BE49-F238E27FC236}">
                <a16:creationId xmlns:a16="http://schemas.microsoft.com/office/drawing/2014/main" id="{B7F83E17-8512-7962-C5E1-591C2FB9ADD6}"/>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57562859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Four circle tex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4" name="Text Placeholder 11">
            <a:extLst>
              <a:ext uri="{FF2B5EF4-FFF2-40B4-BE49-F238E27FC236}">
                <a16:creationId xmlns:a16="http://schemas.microsoft.com/office/drawing/2014/main" id="{D73F7F6A-A03C-29C6-C5D4-5A7B3542360A}"/>
              </a:ext>
            </a:extLst>
          </p:cNvPr>
          <p:cNvSpPr>
            <a:spLocks noGrp="1" noChangeAspect="1"/>
          </p:cNvSpPr>
          <p:nvPr>
            <p:ph type="body" sz="quarter" idx="14" hasCustomPrompt="1"/>
          </p:nvPr>
        </p:nvSpPr>
        <p:spPr>
          <a:xfrm>
            <a:off x="425450" y="1446213"/>
            <a:ext cx="1051560" cy="1051560"/>
          </a:xfrm>
          <a:prstGeom prst="ellipse">
            <a:avLst/>
          </a:prstGeom>
          <a:solidFill>
            <a:schemeClr val="accent1"/>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a:t>Text only</a:t>
            </a:r>
            <a:endParaRPr lang="en-US"/>
          </a:p>
        </p:txBody>
      </p:sp>
      <p:sp>
        <p:nvSpPr>
          <p:cNvPr id="3" name="Text Placeholder 11">
            <a:extLst>
              <a:ext uri="{FF2B5EF4-FFF2-40B4-BE49-F238E27FC236}">
                <a16:creationId xmlns:a16="http://schemas.microsoft.com/office/drawing/2014/main" id="{925B4298-4DFC-5A17-A61C-10AF6A947FE7}"/>
              </a:ext>
            </a:extLst>
          </p:cNvPr>
          <p:cNvSpPr>
            <a:spLocks noGrp="1"/>
          </p:cNvSpPr>
          <p:nvPr>
            <p:ph type="body" sz="quarter" idx="13" hasCustomPrompt="1"/>
          </p:nvPr>
        </p:nvSpPr>
        <p:spPr>
          <a:xfrm>
            <a:off x="1643606" y="1469073"/>
            <a:ext cx="10122944" cy="1005840"/>
          </a:xfrm>
        </p:spPr>
        <p:txBody>
          <a:bodyPr lIns="0" tIns="45720" rIns="0" bIns="45720" anchor="ctr"/>
          <a:lstStyle>
            <a:lvl1pPr marL="182880" indent="-182880">
              <a:defRPr sz="1400"/>
            </a:lvl1pPr>
            <a:lvl2pPr>
              <a:defRPr sz="1400"/>
            </a:lvl2pPr>
            <a:lvl3pPr>
              <a:defRPr sz="1400"/>
            </a:lvl3pPr>
            <a:lvl4pPr>
              <a:defRPr sz="1400"/>
            </a:lvl4pPr>
          </a:lstStyle>
          <a:p>
            <a:pPr lvl="0"/>
            <a:r>
              <a:rPr lang="en-US"/>
              <a:t>Body text</a:t>
            </a:r>
          </a:p>
        </p:txBody>
      </p:sp>
      <p:cxnSp>
        <p:nvCxnSpPr>
          <p:cNvPr id="20" name="Straight Connector 19">
            <a:extLst>
              <a:ext uri="{FF2B5EF4-FFF2-40B4-BE49-F238E27FC236}">
                <a16:creationId xmlns:a16="http://schemas.microsoft.com/office/drawing/2014/main" id="{B9FCB7CB-F0E3-E9F1-33DB-E06C950D986F}"/>
              </a:ext>
            </a:extLst>
          </p:cNvPr>
          <p:cNvCxnSpPr/>
          <p:nvPr userDrawn="1"/>
        </p:nvCxnSpPr>
        <p:spPr>
          <a:xfrm>
            <a:off x="1643606" y="2568119"/>
            <a:ext cx="10122943"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5" name="Text Placeholder 11">
            <a:extLst>
              <a:ext uri="{FF2B5EF4-FFF2-40B4-BE49-F238E27FC236}">
                <a16:creationId xmlns:a16="http://schemas.microsoft.com/office/drawing/2014/main" id="{B7BFB2D0-1EAF-DCB0-6345-DF88DCCF0E69}"/>
              </a:ext>
            </a:extLst>
          </p:cNvPr>
          <p:cNvSpPr>
            <a:spLocks noGrp="1" noChangeAspect="1"/>
          </p:cNvSpPr>
          <p:nvPr>
            <p:ph type="body" sz="quarter" idx="15" hasCustomPrompt="1"/>
          </p:nvPr>
        </p:nvSpPr>
        <p:spPr>
          <a:xfrm>
            <a:off x="425450" y="2638464"/>
            <a:ext cx="1051560" cy="1051560"/>
          </a:xfrm>
          <a:prstGeom prst="ellipse">
            <a:avLst/>
          </a:prstGeom>
          <a:solidFill>
            <a:schemeClr val="accent3"/>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a:t>Text only</a:t>
            </a:r>
            <a:endParaRPr lang="en-US"/>
          </a:p>
        </p:txBody>
      </p:sp>
      <p:sp>
        <p:nvSpPr>
          <p:cNvPr id="16" name="Text Placeholder 11">
            <a:extLst>
              <a:ext uri="{FF2B5EF4-FFF2-40B4-BE49-F238E27FC236}">
                <a16:creationId xmlns:a16="http://schemas.microsoft.com/office/drawing/2014/main" id="{4735C080-32FA-626B-8BAA-894D7FBECC72}"/>
              </a:ext>
            </a:extLst>
          </p:cNvPr>
          <p:cNvSpPr>
            <a:spLocks noGrp="1"/>
          </p:cNvSpPr>
          <p:nvPr>
            <p:ph type="body" sz="quarter" idx="18" hasCustomPrompt="1"/>
          </p:nvPr>
        </p:nvSpPr>
        <p:spPr>
          <a:xfrm>
            <a:off x="1643606" y="2661324"/>
            <a:ext cx="10122944" cy="1005840"/>
          </a:xfrm>
        </p:spPr>
        <p:txBody>
          <a:bodyPr lIns="0" tIns="45720" rIns="0" bIns="45720" anchor="ctr"/>
          <a:lstStyle>
            <a:lvl1pPr marL="182880" indent="-182880">
              <a:defRPr sz="1400"/>
            </a:lvl1pPr>
            <a:lvl2pPr>
              <a:defRPr sz="1400"/>
            </a:lvl2pPr>
            <a:lvl3pPr>
              <a:defRPr sz="1400"/>
            </a:lvl3pPr>
            <a:lvl4pPr>
              <a:defRPr sz="1400"/>
            </a:lvl4pPr>
          </a:lstStyle>
          <a:p>
            <a:pPr lvl="0"/>
            <a:r>
              <a:rPr lang="en-US"/>
              <a:t>Body text</a:t>
            </a:r>
          </a:p>
        </p:txBody>
      </p:sp>
      <p:cxnSp>
        <p:nvCxnSpPr>
          <p:cNvPr id="21" name="Straight Connector 20">
            <a:extLst>
              <a:ext uri="{FF2B5EF4-FFF2-40B4-BE49-F238E27FC236}">
                <a16:creationId xmlns:a16="http://schemas.microsoft.com/office/drawing/2014/main" id="{AD6C658A-1C1E-8319-759A-C14D8B1EDFF1}"/>
              </a:ext>
            </a:extLst>
          </p:cNvPr>
          <p:cNvCxnSpPr/>
          <p:nvPr userDrawn="1"/>
        </p:nvCxnSpPr>
        <p:spPr>
          <a:xfrm>
            <a:off x="1643606" y="3761178"/>
            <a:ext cx="10122943"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Text Placeholder 11">
            <a:extLst>
              <a:ext uri="{FF2B5EF4-FFF2-40B4-BE49-F238E27FC236}">
                <a16:creationId xmlns:a16="http://schemas.microsoft.com/office/drawing/2014/main" id="{42951087-268C-82C9-8EE2-ACDB75F9C8F8}"/>
              </a:ext>
            </a:extLst>
          </p:cNvPr>
          <p:cNvSpPr>
            <a:spLocks noGrp="1" noChangeAspect="1"/>
          </p:cNvSpPr>
          <p:nvPr>
            <p:ph type="body" sz="quarter" idx="16" hasCustomPrompt="1"/>
          </p:nvPr>
        </p:nvSpPr>
        <p:spPr>
          <a:xfrm>
            <a:off x="425450" y="3832331"/>
            <a:ext cx="1051560" cy="1051560"/>
          </a:xfrm>
          <a:prstGeom prst="ellipse">
            <a:avLst/>
          </a:prstGeom>
          <a:solidFill>
            <a:schemeClr val="accent1"/>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a:t>Text only</a:t>
            </a:r>
            <a:endParaRPr lang="en-US"/>
          </a:p>
        </p:txBody>
      </p:sp>
      <p:sp>
        <p:nvSpPr>
          <p:cNvPr id="17" name="Text Placeholder 11">
            <a:extLst>
              <a:ext uri="{FF2B5EF4-FFF2-40B4-BE49-F238E27FC236}">
                <a16:creationId xmlns:a16="http://schemas.microsoft.com/office/drawing/2014/main" id="{B27BDBB0-751D-2EB5-F060-4BB0656BBE51}"/>
              </a:ext>
            </a:extLst>
          </p:cNvPr>
          <p:cNvSpPr>
            <a:spLocks noGrp="1"/>
          </p:cNvSpPr>
          <p:nvPr>
            <p:ph type="body" sz="quarter" idx="19" hasCustomPrompt="1"/>
          </p:nvPr>
        </p:nvSpPr>
        <p:spPr>
          <a:xfrm>
            <a:off x="1643606" y="3855191"/>
            <a:ext cx="10122944" cy="1005840"/>
          </a:xfrm>
        </p:spPr>
        <p:txBody>
          <a:bodyPr lIns="0" tIns="45720" rIns="0" bIns="45720" anchor="ctr"/>
          <a:lstStyle>
            <a:lvl1pPr marL="182880" indent="-182880">
              <a:defRPr sz="1400"/>
            </a:lvl1pPr>
            <a:lvl2pPr>
              <a:defRPr sz="1400"/>
            </a:lvl2pPr>
            <a:lvl3pPr>
              <a:defRPr sz="1400"/>
            </a:lvl3pPr>
            <a:lvl4pPr>
              <a:defRPr sz="1400"/>
            </a:lvl4pPr>
          </a:lstStyle>
          <a:p>
            <a:pPr lvl="0"/>
            <a:r>
              <a:rPr lang="en-US"/>
              <a:t>Body text</a:t>
            </a:r>
          </a:p>
        </p:txBody>
      </p:sp>
      <p:cxnSp>
        <p:nvCxnSpPr>
          <p:cNvPr id="22" name="Straight Connector 21">
            <a:extLst>
              <a:ext uri="{FF2B5EF4-FFF2-40B4-BE49-F238E27FC236}">
                <a16:creationId xmlns:a16="http://schemas.microsoft.com/office/drawing/2014/main" id="{CDCFDCD5-F742-BE4C-C5AC-89AD0A324771}"/>
              </a:ext>
            </a:extLst>
          </p:cNvPr>
          <p:cNvCxnSpPr/>
          <p:nvPr userDrawn="1"/>
        </p:nvCxnSpPr>
        <p:spPr>
          <a:xfrm>
            <a:off x="1643606" y="4954641"/>
            <a:ext cx="10122943"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7" name="Text Placeholder 11">
            <a:extLst>
              <a:ext uri="{FF2B5EF4-FFF2-40B4-BE49-F238E27FC236}">
                <a16:creationId xmlns:a16="http://schemas.microsoft.com/office/drawing/2014/main" id="{D6FBDD42-ED0C-5362-9314-8816E840A6CF}"/>
              </a:ext>
            </a:extLst>
          </p:cNvPr>
          <p:cNvSpPr>
            <a:spLocks noGrp="1" noChangeAspect="1"/>
          </p:cNvSpPr>
          <p:nvPr>
            <p:ph type="body" sz="quarter" idx="17" hasCustomPrompt="1"/>
          </p:nvPr>
        </p:nvSpPr>
        <p:spPr>
          <a:xfrm>
            <a:off x="425450" y="5025390"/>
            <a:ext cx="1051560" cy="1051560"/>
          </a:xfrm>
          <a:prstGeom prst="ellipse">
            <a:avLst/>
          </a:prstGeom>
          <a:solidFill>
            <a:schemeClr val="accent3"/>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a:t>Text only</a:t>
            </a:r>
            <a:endParaRPr lang="en-US"/>
          </a:p>
        </p:txBody>
      </p:sp>
      <p:sp>
        <p:nvSpPr>
          <p:cNvPr id="18" name="Text Placeholder 11">
            <a:extLst>
              <a:ext uri="{FF2B5EF4-FFF2-40B4-BE49-F238E27FC236}">
                <a16:creationId xmlns:a16="http://schemas.microsoft.com/office/drawing/2014/main" id="{25BAE7B8-AA80-9379-0D79-99D8A5FB8883}"/>
              </a:ext>
            </a:extLst>
          </p:cNvPr>
          <p:cNvSpPr>
            <a:spLocks noGrp="1"/>
          </p:cNvSpPr>
          <p:nvPr>
            <p:ph type="body" sz="quarter" idx="20" hasCustomPrompt="1"/>
          </p:nvPr>
        </p:nvSpPr>
        <p:spPr>
          <a:xfrm>
            <a:off x="1643606" y="5048250"/>
            <a:ext cx="10122944" cy="1005840"/>
          </a:xfrm>
        </p:spPr>
        <p:txBody>
          <a:bodyPr lIns="0" tIns="45720" rIns="0" bIns="45720" anchor="ctr"/>
          <a:lstStyle>
            <a:lvl1pPr marL="182880" indent="-182880">
              <a:defRPr sz="1400"/>
            </a:lvl1pPr>
            <a:lvl2pPr>
              <a:defRPr sz="1400"/>
            </a:lvl2pPr>
            <a:lvl3pPr>
              <a:defRPr sz="1400"/>
            </a:lvl3pPr>
            <a:lvl4pPr>
              <a:defRPr sz="1400"/>
            </a:lvl4pPr>
          </a:lstStyle>
          <a:p>
            <a:pPr lvl="0"/>
            <a:r>
              <a:rPr lang="en-US"/>
              <a:t>Body text</a:t>
            </a:r>
          </a:p>
        </p:txBody>
      </p:sp>
      <p:sp>
        <p:nvSpPr>
          <p:cNvPr id="9" name="Slide Number Placeholder 5">
            <a:extLst>
              <a:ext uri="{FF2B5EF4-FFF2-40B4-BE49-F238E27FC236}">
                <a16:creationId xmlns:a16="http://schemas.microsoft.com/office/drawing/2014/main" id="{25805B27-E793-67C5-14F5-AF1764066589}"/>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45201706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Eight circle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11" name="Text Placeholder 11">
            <a:extLst>
              <a:ext uri="{FF2B5EF4-FFF2-40B4-BE49-F238E27FC236}">
                <a16:creationId xmlns:a16="http://schemas.microsoft.com/office/drawing/2014/main" id="{A89770E9-16F2-7FFA-DCB8-9440D4376679}"/>
              </a:ext>
            </a:extLst>
          </p:cNvPr>
          <p:cNvSpPr>
            <a:spLocks noGrp="1" noChangeAspect="1"/>
          </p:cNvSpPr>
          <p:nvPr>
            <p:ph type="body" sz="quarter" idx="14" hasCustomPrompt="1"/>
          </p:nvPr>
        </p:nvSpPr>
        <p:spPr>
          <a:xfrm>
            <a:off x="425450" y="1469073"/>
            <a:ext cx="1005840" cy="1005840"/>
          </a:xfrm>
          <a:prstGeom prst="ellipse">
            <a:avLst/>
          </a:prstGeom>
          <a:solidFill>
            <a:schemeClr val="accent1"/>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a:t>Text only</a:t>
            </a:r>
            <a:endParaRPr lang="en-US"/>
          </a:p>
        </p:txBody>
      </p:sp>
      <p:sp>
        <p:nvSpPr>
          <p:cNvPr id="3" name="Text Placeholder 11">
            <a:extLst>
              <a:ext uri="{FF2B5EF4-FFF2-40B4-BE49-F238E27FC236}">
                <a16:creationId xmlns:a16="http://schemas.microsoft.com/office/drawing/2014/main" id="{925B4298-4DFC-5A17-A61C-10AF6A947FE7}"/>
              </a:ext>
            </a:extLst>
          </p:cNvPr>
          <p:cNvSpPr>
            <a:spLocks noGrp="1"/>
          </p:cNvSpPr>
          <p:nvPr>
            <p:ph type="body" sz="quarter" idx="13" hasCustomPrompt="1"/>
          </p:nvPr>
        </p:nvSpPr>
        <p:spPr>
          <a:xfrm>
            <a:off x="1585732" y="1469073"/>
            <a:ext cx="4328658" cy="1005840"/>
          </a:xfrm>
        </p:spPr>
        <p:txBody>
          <a:bodyPr lIns="0" tIns="45720" rIns="0" bIns="45720" anchor="ctr"/>
          <a:lstStyle>
            <a:lvl1pPr marL="182880" indent="-182880">
              <a:defRPr sz="1400"/>
            </a:lvl1pPr>
            <a:lvl2pPr>
              <a:defRPr sz="1400"/>
            </a:lvl2pPr>
            <a:lvl3pPr>
              <a:defRPr sz="1400"/>
            </a:lvl3pPr>
            <a:lvl4pPr>
              <a:defRPr sz="1400"/>
            </a:lvl4pPr>
          </a:lstStyle>
          <a:p>
            <a:pPr lvl="0"/>
            <a:r>
              <a:rPr lang="en-US"/>
              <a:t>Body text</a:t>
            </a:r>
          </a:p>
        </p:txBody>
      </p:sp>
      <p:cxnSp>
        <p:nvCxnSpPr>
          <p:cNvPr id="6" name="Straight Connector 5">
            <a:extLst>
              <a:ext uri="{FF2B5EF4-FFF2-40B4-BE49-F238E27FC236}">
                <a16:creationId xmlns:a16="http://schemas.microsoft.com/office/drawing/2014/main" id="{3C5E0B42-4FAD-B122-9855-574B2EA9EF99}"/>
              </a:ext>
            </a:extLst>
          </p:cNvPr>
          <p:cNvCxnSpPr>
            <a:cxnSpLocks/>
          </p:cNvCxnSpPr>
          <p:nvPr userDrawn="1"/>
        </p:nvCxnSpPr>
        <p:spPr>
          <a:xfrm>
            <a:off x="1585732" y="2572332"/>
            <a:ext cx="4325112"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Text Placeholder 11">
            <a:extLst>
              <a:ext uri="{FF2B5EF4-FFF2-40B4-BE49-F238E27FC236}">
                <a16:creationId xmlns:a16="http://schemas.microsoft.com/office/drawing/2014/main" id="{F21F880F-FB7C-4634-306F-F1211CD4DE2E}"/>
              </a:ext>
            </a:extLst>
          </p:cNvPr>
          <p:cNvSpPr>
            <a:spLocks noGrp="1" noChangeAspect="1"/>
          </p:cNvSpPr>
          <p:nvPr>
            <p:ph type="body" sz="quarter" idx="27" hasCustomPrompt="1"/>
          </p:nvPr>
        </p:nvSpPr>
        <p:spPr>
          <a:xfrm>
            <a:off x="425450" y="2669752"/>
            <a:ext cx="1005840" cy="1005840"/>
          </a:xfrm>
          <a:prstGeom prst="ellipse">
            <a:avLst/>
          </a:prstGeom>
          <a:solidFill>
            <a:schemeClr val="accent1"/>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a:t>Text only</a:t>
            </a:r>
            <a:endParaRPr lang="en-US"/>
          </a:p>
        </p:txBody>
      </p:sp>
      <p:sp>
        <p:nvSpPr>
          <p:cNvPr id="16" name="Text Placeholder 11">
            <a:extLst>
              <a:ext uri="{FF2B5EF4-FFF2-40B4-BE49-F238E27FC236}">
                <a16:creationId xmlns:a16="http://schemas.microsoft.com/office/drawing/2014/main" id="{4735C080-32FA-626B-8BAA-894D7FBECC72}"/>
              </a:ext>
            </a:extLst>
          </p:cNvPr>
          <p:cNvSpPr>
            <a:spLocks noGrp="1"/>
          </p:cNvSpPr>
          <p:nvPr>
            <p:ph type="body" sz="quarter" idx="18" hasCustomPrompt="1"/>
          </p:nvPr>
        </p:nvSpPr>
        <p:spPr>
          <a:xfrm>
            <a:off x="1585732" y="2669751"/>
            <a:ext cx="4328658" cy="1005840"/>
          </a:xfrm>
        </p:spPr>
        <p:txBody>
          <a:bodyPr lIns="0" tIns="45720" rIns="0" bIns="45720" anchor="ctr"/>
          <a:lstStyle>
            <a:lvl1pPr marL="182880" indent="-182880">
              <a:defRPr sz="1400"/>
            </a:lvl1pPr>
            <a:lvl2pPr>
              <a:defRPr sz="1400"/>
            </a:lvl2pPr>
            <a:lvl3pPr>
              <a:defRPr sz="1400"/>
            </a:lvl3pPr>
            <a:lvl4pPr>
              <a:defRPr sz="1400"/>
            </a:lvl4pPr>
          </a:lstStyle>
          <a:p>
            <a:pPr lvl="0"/>
            <a:r>
              <a:rPr lang="en-US"/>
              <a:t>Body text</a:t>
            </a:r>
          </a:p>
        </p:txBody>
      </p:sp>
      <p:cxnSp>
        <p:nvCxnSpPr>
          <p:cNvPr id="5" name="Straight Connector 4">
            <a:extLst>
              <a:ext uri="{FF2B5EF4-FFF2-40B4-BE49-F238E27FC236}">
                <a16:creationId xmlns:a16="http://schemas.microsoft.com/office/drawing/2014/main" id="{8B11C842-3283-E596-DE19-3297AED53101}"/>
              </a:ext>
            </a:extLst>
          </p:cNvPr>
          <p:cNvCxnSpPr>
            <a:cxnSpLocks/>
          </p:cNvCxnSpPr>
          <p:nvPr userDrawn="1"/>
        </p:nvCxnSpPr>
        <p:spPr>
          <a:xfrm>
            <a:off x="1585732" y="3773010"/>
            <a:ext cx="4325112"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0" name="Text Placeholder 11">
            <a:extLst>
              <a:ext uri="{FF2B5EF4-FFF2-40B4-BE49-F238E27FC236}">
                <a16:creationId xmlns:a16="http://schemas.microsoft.com/office/drawing/2014/main" id="{279C447D-3CA9-F6B7-7D94-8FE95A45534D}"/>
              </a:ext>
            </a:extLst>
          </p:cNvPr>
          <p:cNvSpPr>
            <a:spLocks noGrp="1" noChangeAspect="1"/>
          </p:cNvSpPr>
          <p:nvPr>
            <p:ph type="body" sz="quarter" idx="28" hasCustomPrompt="1"/>
          </p:nvPr>
        </p:nvSpPr>
        <p:spPr>
          <a:xfrm>
            <a:off x="425450" y="3870431"/>
            <a:ext cx="1005840" cy="1005840"/>
          </a:xfrm>
          <a:prstGeom prst="ellipse">
            <a:avLst/>
          </a:prstGeom>
          <a:solidFill>
            <a:schemeClr val="accent1"/>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a:t>Text only</a:t>
            </a:r>
            <a:endParaRPr lang="en-US"/>
          </a:p>
        </p:txBody>
      </p:sp>
      <p:sp>
        <p:nvSpPr>
          <p:cNvPr id="17" name="Text Placeholder 11">
            <a:extLst>
              <a:ext uri="{FF2B5EF4-FFF2-40B4-BE49-F238E27FC236}">
                <a16:creationId xmlns:a16="http://schemas.microsoft.com/office/drawing/2014/main" id="{B27BDBB0-751D-2EB5-F060-4BB0656BBE51}"/>
              </a:ext>
            </a:extLst>
          </p:cNvPr>
          <p:cNvSpPr>
            <a:spLocks noGrp="1"/>
          </p:cNvSpPr>
          <p:nvPr>
            <p:ph type="body" sz="quarter" idx="19" hasCustomPrompt="1"/>
          </p:nvPr>
        </p:nvSpPr>
        <p:spPr>
          <a:xfrm>
            <a:off x="1585732" y="3870429"/>
            <a:ext cx="4328658" cy="1005840"/>
          </a:xfrm>
        </p:spPr>
        <p:txBody>
          <a:bodyPr lIns="0" tIns="45720" rIns="0" bIns="45720" anchor="ctr"/>
          <a:lstStyle>
            <a:lvl1pPr marL="182880" indent="-182880">
              <a:defRPr sz="1400"/>
            </a:lvl1pPr>
            <a:lvl2pPr>
              <a:defRPr sz="1400"/>
            </a:lvl2pPr>
            <a:lvl3pPr>
              <a:defRPr sz="1400"/>
            </a:lvl3pPr>
            <a:lvl4pPr>
              <a:defRPr sz="1400"/>
            </a:lvl4pPr>
          </a:lstStyle>
          <a:p>
            <a:pPr lvl="0"/>
            <a:r>
              <a:rPr lang="en-US"/>
              <a:t>Body text</a:t>
            </a:r>
          </a:p>
        </p:txBody>
      </p:sp>
      <p:cxnSp>
        <p:nvCxnSpPr>
          <p:cNvPr id="7" name="Straight Connector 6">
            <a:extLst>
              <a:ext uri="{FF2B5EF4-FFF2-40B4-BE49-F238E27FC236}">
                <a16:creationId xmlns:a16="http://schemas.microsoft.com/office/drawing/2014/main" id="{6CDB6E7F-7626-2933-1F97-7A46A34A7E06}"/>
              </a:ext>
            </a:extLst>
          </p:cNvPr>
          <p:cNvCxnSpPr>
            <a:cxnSpLocks/>
          </p:cNvCxnSpPr>
          <p:nvPr userDrawn="1"/>
        </p:nvCxnSpPr>
        <p:spPr>
          <a:xfrm>
            <a:off x="1585732" y="4973688"/>
            <a:ext cx="4325112"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24" name="Text Placeholder 11">
            <a:extLst>
              <a:ext uri="{FF2B5EF4-FFF2-40B4-BE49-F238E27FC236}">
                <a16:creationId xmlns:a16="http://schemas.microsoft.com/office/drawing/2014/main" id="{E8B13DF0-07C0-23DB-928E-C1C480CADC08}"/>
              </a:ext>
            </a:extLst>
          </p:cNvPr>
          <p:cNvSpPr>
            <a:spLocks noGrp="1" noChangeAspect="1"/>
          </p:cNvSpPr>
          <p:nvPr>
            <p:ph type="body" sz="quarter" idx="29" hasCustomPrompt="1"/>
          </p:nvPr>
        </p:nvSpPr>
        <p:spPr>
          <a:xfrm>
            <a:off x="425450" y="5071110"/>
            <a:ext cx="1005840" cy="1005840"/>
          </a:xfrm>
          <a:prstGeom prst="ellipse">
            <a:avLst/>
          </a:prstGeom>
          <a:solidFill>
            <a:schemeClr val="accent1"/>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a:t>Text only</a:t>
            </a:r>
            <a:endParaRPr lang="en-US"/>
          </a:p>
        </p:txBody>
      </p:sp>
      <p:sp>
        <p:nvSpPr>
          <p:cNvPr id="4" name="Text Placeholder 11">
            <a:extLst>
              <a:ext uri="{FF2B5EF4-FFF2-40B4-BE49-F238E27FC236}">
                <a16:creationId xmlns:a16="http://schemas.microsoft.com/office/drawing/2014/main" id="{A275FC47-DC0A-178E-6514-4A3C25D30369}"/>
              </a:ext>
            </a:extLst>
          </p:cNvPr>
          <p:cNvSpPr>
            <a:spLocks noGrp="1"/>
          </p:cNvSpPr>
          <p:nvPr>
            <p:ph type="body" sz="quarter" idx="26" hasCustomPrompt="1"/>
          </p:nvPr>
        </p:nvSpPr>
        <p:spPr>
          <a:xfrm>
            <a:off x="1585732" y="5071110"/>
            <a:ext cx="4328658" cy="1005840"/>
          </a:xfrm>
        </p:spPr>
        <p:txBody>
          <a:bodyPr lIns="0" tIns="45720" rIns="0" bIns="45720" anchor="ctr"/>
          <a:lstStyle>
            <a:lvl1pPr marL="182880" indent="-182880">
              <a:defRPr sz="1400"/>
            </a:lvl1pPr>
            <a:lvl2pPr>
              <a:defRPr sz="1400"/>
            </a:lvl2pPr>
            <a:lvl3pPr>
              <a:defRPr sz="1400"/>
            </a:lvl3pPr>
            <a:lvl4pPr>
              <a:defRPr sz="1400"/>
            </a:lvl4pPr>
          </a:lstStyle>
          <a:p>
            <a:pPr lvl="0"/>
            <a:r>
              <a:rPr lang="en-US"/>
              <a:t>Body text</a:t>
            </a:r>
          </a:p>
        </p:txBody>
      </p:sp>
      <p:sp>
        <p:nvSpPr>
          <p:cNvPr id="26" name="Text Placeholder 11">
            <a:extLst>
              <a:ext uri="{FF2B5EF4-FFF2-40B4-BE49-F238E27FC236}">
                <a16:creationId xmlns:a16="http://schemas.microsoft.com/office/drawing/2014/main" id="{38FFF44D-3DD9-2074-EE5A-CD230E0EF2E3}"/>
              </a:ext>
            </a:extLst>
          </p:cNvPr>
          <p:cNvSpPr>
            <a:spLocks noGrp="1" noChangeAspect="1"/>
          </p:cNvSpPr>
          <p:nvPr>
            <p:ph type="body" sz="quarter" idx="31" hasCustomPrompt="1"/>
          </p:nvPr>
        </p:nvSpPr>
        <p:spPr>
          <a:xfrm>
            <a:off x="6277612" y="1469073"/>
            <a:ext cx="1005840" cy="1005840"/>
          </a:xfrm>
          <a:prstGeom prst="ellipse">
            <a:avLst/>
          </a:prstGeom>
          <a:solidFill>
            <a:schemeClr val="accent1"/>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a:t>Text only</a:t>
            </a:r>
            <a:endParaRPr lang="en-US"/>
          </a:p>
        </p:txBody>
      </p:sp>
      <p:sp>
        <p:nvSpPr>
          <p:cNvPr id="25" name="Text Placeholder 11">
            <a:extLst>
              <a:ext uri="{FF2B5EF4-FFF2-40B4-BE49-F238E27FC236}">
                <a16:creationId xmlns:a16="http://schemas.microsoft.com/office/drawing/2014/main" id="{2FD121F6-8F18-F351-DBC7-3754FAF17745}"/>
              </a:ext>
            </a:extLst>
          </p:cNvPr>
          <p:cNvSpPr>
            <a:spLocks noGrp="1"/>
          </p:cNvSpPr>
          <p:nvPr>
            <p:ph type="body" sz="quarter" idx="30" hasCustomPrompt="1"/>
          </p:nvPr>
        </p:nvSpPr>
        <p:spPr>
          <a:xfrm>
            <a:off x="7437894" y="1469073"/>
            <a:ext cx="4328658" cy="1005840"/>
          </a:xfrm>
        </p:spPr>
        <p:txBody>
          <a:bodyPr lIns="0" tIns="45720" rIns="0" bIns="45720" anchor="ctr"/>
          <a:lstStyle>
            <a:lvl1pPr marL="182880" indent="-182880">
              <a:defRPr sz="1400"/>
            </a:lvl1pPr>
            <a:lvl2pPr>
              <a:defRPr sz="1400"/>
            </a:lvl2pPr>
            <a:lvl3pPr>
              <a:defRPr sz="1400"/>
            </a:lvl3pPr>
            <a:lvl4pPr>
              <a:defRPr sz="1400"/>
            </a:lvl4pPr>
          </a:lstStyle>
          <a:p>
            <a:pPr lvl="0"/>
            <a:r>
              <a:rPr lang="en-US"/>
              <a:t>Body text</a:t>
            </a:r>
          </a:p>
        </p:txBody>
      </p:sp>
      <p:cxnSp>
        <p:nvCxnSpPr>
          <p:cNvPr id="30" name="Straight Connector 29">
            <a:extLst>
              <a:ext uri="{FF2B5EF4-FFF2-40B4-BE49-F238E27FC236}">
                <a16:creationId xmlns:a16="http://schemas.microsoft.com/office/drawing/2014/main" id="{01415C93-4DCF-B7CB-80ED-110311DD037A}"/>
              </a:ext>
            </a:extLst>
          </p:cNvPr>
          <p:cNvCxnSpPr>
            <a:cxnSpLocks/>
          </p:cNvCxnSpPr>
          <p:nvPr userDrawn="1"/>
        </p:nvCxnSpPr>
        <p:spPr>
          <a:xfrm>
            <a:off x="7437894" y="2572332"/>
            <a:ext cx="4325112"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33" name="Text Placeholder 11">
            <a:extLst>
              <a:ext uri="{FF2B5EF4-FFF2-40B4-BE49-F238E27FC236}">
                <a16:creationId xmlns:a16="http://schemas.microsoft.com/office/drawing/2014/main" id="{E8B77CFA-033A-8C42-DC31-5E9EB70B6CB6}"/>
              </a:ext>
            </a:extLst>
          </p:cNvPr>
          <p:cNvSpPr>
            <a:spLocks noGrp="1" noChangeAspect="1"/>
          </p:cNvSpPr>
          <p:nvPr>
            <p:ph type="body" sz="quarter" idx="35" hasCustomPrompt="1"/>
          </p:nvPr>
        </p:nvSpPr>
        <p:spPr>
          <a:xfrm>
            <a:off x="6277612" y="2669752"/>
            <a:ext cx="1005840" cy="1005840"/>
          </a:xfrm>
          <a:prstGeom prst="ellipse">
            <a:avLst/>
          </a:prstGeom>
          <a:solidFill>
            <a:schemeClr val="accent1"/>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a:t>Text only</a:t>
            </a:r>
            <a:endParaRPr lang="en-US"/>
          </a:p>
        </p:txBody>
      </p:sp>
      <p:sp>
        <p:nvSpPr>
          <p:cNvPr id="27" name="Text Placeholder 11">
            <a:extLst>
              <a:ext uri="{FF2B5EF4-FFF2-40B4-BE49-F238E27FC236}">
                <a16:creationId xmlns:a16="http://schemas.microsoft.com/office/drawing/2014/main" id="{767642CB-C789-58FD-115F-E4DFAD0EB09C}"/>
              </a:ext>
            </a:extLst>
          </p:cNvPr>
          <p:cNvSpPr>
            <a:spLocks noGrp="1"/>
          </p:cNvSpPr>
          <p:nvPr>
            <p:ph type="body" sz="quarter" idx="32" hasCustomPrompt="1"/>
          </p:nvPr>
        </p:nvSpPr>
        <p:spPr>
          <a:xfrm>
            <a:off x="7437894" y="2669751"/>
            <a:ext cx="4328658" cy="1005840"/>
          </a:xfrm>
        </p:spPr>
        <p:txBody>
          <a:bodyPr lIns="0" tIns="45720" rIns="0" bIns="45720" anchor="ctr"/>
          <a:lstStyle>
            <a:lvl1pPr marL="182880" indent="-182880">
              <a:defRPr sz="1400"/>
            </a:lvl1pPr>
            <a:lvl2pPr>
              <a:defRPr sz="1400"/>
            </a:lvl2pPr>
            <a:lvl3pPr>
              <a:defRPr sz="1400"/>
            </a:lvl3pPr>
            <a:lvl4pPr>
              <a:defRPr sz="1400"/>
            </a:lvl4pPr>
          </a:lstStyle>
          <a:p>
            <a:pPr lvl="0"/>
            <a:r>
              <a:rPr lang="en-US"/>
              <a:t>Body text</a:t>
            </a:r>
          </a:p>
        </p:txBody>
      </p:sp>
      <p:cxnSp>
        <p:nvCxnSpPr>
          <p:cNvPr id="29" name="Straight Connector 28">
            <a:extLst>
              <a:ext uri="{FF2B5EF4-FFF2-40B4-BE49-F238E27FC236}">
                <a16:creationId xmlns:a16="http://schemas.microsoft.com/office/drawing/2014/main" id="{7A2FDD71-D37A-FD5D-32D8-73CE6AAACBFF}"/>
              </a:ext>
            </a:extLst>
          </p:cNvPr>
          <p:cNvCxnSpPr>
            <a:cxnSpLocks/>
          </p:cNvCxnSpPr>
          <p:nvPr userDrawn="1"/>
        </p:nvCxnSpPr>
        <p:spPr>
          <a:xfrm>
            <a:off x="7437894" y="3773010"/>
            <a:ext cx="4325112"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34" name="Text Placeholder 11">
            <a:extLst>
              <a:ext uri="{FF2B5EF4-FFF2-40B4-BE49-F238E27FC236}">
                <a16:creationId xmlns:a16="http://schemas.microsoft.com/office/drawing/2014/main" id="{763A6193-E0FB-D95B-DE6F-0B20335C56ED}"/>
              </a:ext>
            </a:extLst>
          </p:cNvPr>
          <p:cNvSpPr>
            <a:spLocks noGrp="1" noChangeAspect="1"/>
          </p:cNvSpPr>
          <p:nvPr>
            <p:ph type="body" sz="quarter" idx="36" hasCustomPrompt="1"/>
          </p:nvPr>
        </p:nvSpPr>
        <p:spPr>
          <a:xfrm>
            <a:off x="6277612" y="3870431"/>
            <a:ext cx="1005840" cy="1005840"/>
          </a:xfrm>
          <a:prstGeom prst="ellipse">
            <a:avLst/>
          </a:prstGeom>
          <a:solidFill>
            <a:schemeClr val="accent1"/>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a:t>Text only</a:t>
            </a:r>
            <a:endParaRPr lang="en-US"/>
          </a:p>
        </p:txBody>
      </p:sp>
      <p:sp>
        <p:nvSpPr>
          <p:cNvPr id="28" name="Text Placeholder 11">
            <a:extLst>
              <a:ext uri="{FF2B5EF4-FFF2-40B4-BE49-F238E27FC236}">
                <a16:creationId xmlns:a16="http://schemas.microsoft.com/office/drawing/2014/main" id="{303C1E23-393C-1C89-1D7F-C9C3B6C502F6}"/>
              </a:ext>
            </a:extLst>
          </p:cNvPr>
          <p:cNvSpPr>
            <a:spLocks noGrp="1"/>
          </p:cNvSpPr>
          <p:nvPr>
            <p:ph type="body" sz="quarter" idx="33" hasCustomPrompt="1"/>
          </p:nvPr>
        </p:nvSpPr>
        <p:spPr>
          <a:xfrm>
            <a:off x="7437894" y="3870429"/>
            <a:ext cx="4328658" cy="1005840"/>
          </a:xfrm>
        </p:spPr>
        <p:txBody>
          <a:bodyPr lIns="0" tIns="45720" rIns="0" bIns="45720" anchor="ctr"/>
          <a:lstStyle>
            <a:lvl1pPr marL="182880" indent="-182880">
              <a:defRPr sz="1400"/>
            </a:lvl1pPr>
            <a:lvl2pPr>
              <a:defRPr sz="1400"/>
            </a:lvl2pPr>
            <a:lvl3pPr>
              <a:defRPr sz="1400"/>
            </a:lvl3pPr>
            <a:lvl4pPr>
              <a:defRPr sz="1400"/>
            </a:lvl4pPr>
          </a:lstStyle>
          <a:p>
            <a:pPr lvl="0"/>
            <a:r>
              <a:rPr lang="en-US"/>
              <a:t>Body text</a:t>
            </a:r>
          </a:p>
        </p:txBody>
      </p:sp>
      <p:cxnSp>
        <p:nvCxnSpPr>
          <p:cNvPr id="32" name="Straight Connector 31">
            <a:extLst>
              <a:ext uri="{FF2B5EF4-FFF2-40B4-BE49-F238E27FC236}">
                <a16:creationId xmlns:a16="http://schemas.microsoft.com/office/drawing/2014/main" id="{3F9CE9F6-6355-A268-FC3F-D648B8F23A64}"/>
              </a:ext>
            </a:extLst>
          </p:cNvPr>
          <p:cNvCxnSpPr>
            <a:cxnSpLocks/>
          </p:cNvCxnSpPr>
          <p:nvPr userDrawn="1"/>
        </p:nvCxnSpPr>
        <p:spPr>
          <a:xfrm>
            <a:off x="7437894" y="4973688"/>
            <a:ext cx="4325112"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35" name="Text Placeholder 11">
            <a:extLst>
              <a:ext uri="{FF2B5EF4-FFF2-40B4-BE49-F238E27FC236}">
                <a16:creationId xmlns:a16="http://schemas.microsoft.com/office/drawing/2014/main" id="{91EE428F-3890-D952-4727-56BDAAAEACA7}"/>
              </a:ext>
            </a:extLst>
          </p:cNvPr>
          <p:cNvSpPr>
            <a:spLocks noGrp="1" noChangeAspect="1"/>
          </p:cNvSpPr>
          <p:nvPr>
            <p:ph type="body" sz="quarter" idx="37" hasCustomPrompt="1"/>
          </p:nvPr>
        </p:nvSpPr>
        <p:spPr>
          <a:xfrm>
            <a:off x="6277612" y="5071110"/>
            <a:ext cx="1005840" cy="1005840"/>
          </a:xfrm>
          <a:prstGeom prst="ellipse">
            <a:avLst/>
          </a:prstGeom>
          <a:solidFill>
            <a:schemeClr val="accent1"/>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a:t>Text only</a:t>
            </a:r>
            <a:endParaRPr lang="en-US"/>
          </a:p>
        </p:txBody>
      </p:sp>
      <p:sp>
        <p:nvSpPr>
          <p:cNvPr id="31" name="Text Placeholder 11">
            <a:extLst>
              <a:ext uri="{FF2B5EF4-FFF2-40B4-BE49-F238E27FC236}">
                <a16:creationId xmlns:a16="http://schemas.microsoft.com/office/drawing/2014/main" id="{3E87BD83-BA4C-45EB-3B54-F2529CA84476}"/>
              </a:ext>
            </a:extLst>
          </p:cNvPr>
          <p:cNvSpPr>
            <a:spLocks noGrp="1"/>
          </p:cNvSpPr>
          <p:nvPr>
            <p:ph type="body" sz="quarter" idx="34" hasCustomPrompt="1"/>
          </p:nvPr>
        </p:nvSpPr>
        <p:spPr>
          <a:xfrm>
            <a:off x="7437894" y="5071110"/>
            <a:ext cx="4328658" cy="1005840"/>
          </a:xfrm>
        </p:spPr>
        <p:txBody>
          <a:bodyPr lIns="0" tIns="45720" rIns="0" bIns="45720" anchor="ctr"/>
          <a:lstStyle>
            <a:lvl1pPr marL="182880" indent="-182880">
              <a:defRPr sz="1400"/>
            </a:lvl1pPr>
            <a:lvl2pPr>
              <a:defRPr sz="1400"/>
            </a:lvl2pPr>
            <a:lvl3pPr>
              <a:defRPr sz="1400"/>
            </a:lvl3pPr>
            <a:lvl4pPr>
              <a:defRPr sz="1400"/>
            </a:lvl4pPr>
          </a:lstStyle>
          <a:p>
            <a:pPr lvl="0"/>
            <a:r>
              <a:rPr lang="en-US"/>
              <a:t>Body text</a:t>
            </a:r>
          </a:p>
        </p:txBody>
      </p:sp>
      <p:sp>
        <p:nvSpPr>
          <p:cNvPr id="12" name="Slide Number Placeholder 5">
            <a:extLst>
              <a:ext uri="{FF2B5EF4-FFF2-40B4-BE49-F238E27FC236}">
                <a16:creationId xmlns:a16="http://schemas.microsoft.com/office/drawing/2014/main" id="{59A5C8E2-2ADE-518A-D8DD-1D93CC3C251F}"/>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245232548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ircle curve 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8298687"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4" y="709990"/>
            <a:ext cx="8298686"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4" name="Content Placeholder 2">
            <a:extLst>
              <a:ext uri="{FF2B5EF4-FFF2-40B4-BE49-F238E27FC236}">
                <a16:creationId xmlns:a16="http://schemas.microsoft.com/office/drawing/2014/main" id="{A3280943-14D9-E1AA-7579-C65E38FD82CA}"/>
              </a:ext>
            </a:extLst>
          </p:cNvPr>
          <p:cNvSpPr>
            <a:spLocks noGrp="1"/>
          </p:cNvSpPr>
          <p:nvPr>
            <p:ph idx="13" hasCustomPrompt="1"/>
          </p:nvPr>
        </p:nvSpPr>
        <p:spPr>
          <a:xfrm>
            <a:off x="428624" y="1446212"/>
            <a:ext cx="5394960" cy="4630737"/>
          </a:xfrm>
        </p:spPr>
        <p:txBody>
          <a:bodyPr lIns="0" tIns="0" rIns="0" bIns="0"/>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grpSp>
        <p:nvGrpSpPr>
          <p:cNvPr id="10" name="Group 9">
            <a:extLst>
              <a:ext uri="{FF2B5EF4-FFF2-40B4-BE49-F238E27FC236}">
                <a16:creationId xmlns:a16="http://schemas.microsoft.com/office/drawing/2014/main" id="{5A042A46-97C5-F787-43FC-5F9827AA18E8}"/>
              </a:ext>
              <a:ext uri="{C183D7F6-B498-43B3-948B-1728B52AA6E4}">
                <adec:decorative xmlns:adec="http://schemas.microsoft.com/office/drawing/2017/decorative" val="1"/>
              </a:ext>
            </a:extLst>
          </p:cNvPr>
          <p:cNvGrpSpPr/>
          <p:nvPr userDrawn="1"/>
        </p:nvGrpSpPr>
        <p:grpSpPr>
          <a:xfrm>
            <a:off x="5961999" y="274592"/>
            <a:ext cx="5812951" cy="5812951"/>
            <a:chOff x="6364404" y="688572"/>
            <a:chExt cx="5398971" cy="5398971"/>
          </a:xfrm>
        </p:grpSpPr>
        <p:pic>
          <p:nvPicPr>
            <p:cNvPr id="6" name="Graphic 5">
              <a:extLst>
                <a:ext uri="{FF2B5EF4-FFF2-40B4-BE49-F238E27FC236}">
                  <a16:creationId xmlns:a16="http://schemas.microsoft.com/office/drawing/2014/main" id="{19388112-1510-8BE1-AA73-ACED720525D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V="1">
              <a:off x="6364404" y="3388057"/>
              <a:ext cx="2699486" cy="2699486"/>
            </a:xfrm>
            <a:prstGeom prst="rect">
              <a:avLst/>
            </a:prstGeom>
          </p:spPr>
        </p:pic>
        <p:pic>
          <p:nvPicPr>
            <p:cNvPr id="7" name="Graphic 6">
              <a:extLst>
                <a:ext uri="{FF2B5EF4-FFF2-40B4-BE49-F238E27FC236}">
                  <a16:creationId xmlns:a16="http://schemas.microsoft.com/office/drawing/2014/main" id="{BD334C72-E7A6-7287-6BE0-BD3FDACC0AC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a:off x="9063889" y="688572"/>
              <a:ext cx="2699486" cy="2699486"/>
            </a:xfrm>
            <a:prstGeom prst="rect">
              <a:avLst/>
            </a:prstGeom>
          </p:spPr>
        </p:pic>
      </p:grpSp>
      <p:sp>
        <p:nvSpPr>
          <p:cNvPr id="9" name="Picture Placeholder 6">
            <a:extLst>
              <a:ext uri="{FF2B5EF4-FFF2-40B4-BE49-F238E27FC236}">
                <a16:creationId xmlns:a16="http://schemas.microsoft.com/office/drawing/2014/main" id="{3C6A4090-631D-D30D-81B3-FF74F215083D}"/>
              </a:ext>
            </a:extLst>
          </p:cNvPr>
          <p:cNvSpPr>
            <a:spLocks noGrp="1" noChangeAspect="1"/>
          </p:cNvSpPr>
          <p:nvPr>
            <p:ph type="pic" sz="quarter" idx="11"/>
          </p:nvPr>
        </p:nvSpPr>
        <p:spPr>
          <a:xfrm>
            <a:off x="7130379" y="1441448"/>
            <a:ext cx="3474722" cy="3474720"/>
          </a:xfrm>
          <a:prstGeom prst="ellipse">
            <a:avLst/>
          </a:prstGeom>
        </p:spPr>
        <p:txBody>
          <a:bodyPr anchor="ctr"/>
          <a:lstStyle>
            <a:lvl1pPr marL="0" indent="0" algn="ctr">
              <a:buNone/>
              <a:defRPr/>
            </a:lvl1pPr>
          </a:lstStyle>
          <a:p>
            <a:r>
              <a:rPr lang="en-US"/>
              <a:t>Click icon to add picture</a:t>
            </a:r>
          </a:p>
        </p:txBody>
      </p:sp>
      <p:sp>
        <p:nvSpPr>
          <p:cNvPr id="3" name="Slide Number Placeholder 5">
            <a:extLst>
              <a:ext uri="{FF2B5EF4-FFF2-40B4-BE49-F238E27FC236}">
                <a16:creationId xmlns:a16="http://schemas.microsoft.com/office/drawing/2014/main" id="{29F78020-D828-4016-3BC7-400A2B1744A8}"/>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27036437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ircle curve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3514164" y="291451"/>
            <a:ext cx="8252386"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3514164" y="709990"/>
            <a:ext cx="8252386"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grpSp>
        <p:nvGrpSpPr>
          <p:cNvPr id="10" name="Group 9">
            <a:extLst>
              <a:ext uri="{FF2B5EF4-FFF2-40B4-BE49-F238E27FC236}">
                <a16:creationId xmlns:a16="http://schemas.microsoft.com/office/drawing/2014/main" id="{5A042A46-97C5-F787-43FC-5F9827AA18E8}"/>
              </a:ext>
              <a:ext uri="{C183D7F6-B498-43B3-948B-1728B52AA6E4}">
                <adec:decorative xmlns:adec="http://schemas.microsoft.com/office/drawing/2017/decorative" val="1"/>
              </a:ext>
            </a:extLst>
          </p:cNvPr>
          <p:cNvGrpSpPr/>
          <p:nvPr userDrawn="1"/>
        </p:nvGrpSpPr>
        <p:grpSpPr>
          <a:xfrm flipH="1">
            <a:off x="428623" y="274592"/>
            <a:ext cx="5812951" cy="5812951"/>
            <a:chOff x="6364404" y="688572"/>
            <a:chExt cx="5398971" cy="5398971"/>
          </a:xfrm>
        </p:grpSpPr>
        <p:pic>
          <p:nvPicPr>
            <p:cNvPr id="6" name="Graphic 5">
              <a:extLst>
                <a:ext uri="{FF2B5EF4-FFF2-40B4-BE49-F238E27FC236}">
                  <a16:creationId xmlns:a16="http://schemas.microsoft.com/office/drawing/2014/main" id="{19388112-1510-8BE1-AA73-ACED720525D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V="1">
              <a:off x="6364404" y="3388057"/>
              <a:ext cx="2699486" cy="2699486"/>
            </a:xfrm>
            <a:prstGeom prst="rect">
              <a:avLst/>
            </a:prstGeom>
          </p:spPr>
        </p:pic>
        <p:pic>
          <p:nvPicPr>
            <p:cNvPr id="7" name="Graphic 6">
              <a:extLst>
                <a:ext uri="{FF2B5EF4-FFF2-40B4-BE49-F238E27FC236}">
                  <a16:creationId xmlns:a16="http://schemas.microsoft.com/office/drawing/2014/main" id="{BD334C72-E7A6-7287-6BE0-BD3FDACC0AC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a:off x="9063889" y="688572"/>
              <a:ext cx="2699486" cy="2699486"/>
            </a:xfrm>
            <a:prstGeom prst="rect">
              <a:avLst/>
            </a:prstGeom>
          </p:spPr>
        </p:pic>
      </p:grpSp>
      <p:sp>
        <p:nvSpPr>
          <p:cNvPr id="9" name="Picture Placeholder 6">
            <a:extLst>
              <a:ext uri="{FF2B5EF4-FFF2-40B4-BE49-F238E27FC236}">
                <a16:creationId xmlns:a16="http://schemas.microsoft.com/office/drawing/2014/main" id="{3C6A4090-631D-D30D-81B3-FF74F215083D}"/>
              </a:ext>
            </a:extLst>
          </p:cNvPr>
          <p:cNvSpPr>
            <a:spLocks noGrp="1" noChangeAspect="1"/>
          </p:cNvSpPr>
          <p:nvPr>
            <p:ph type="pic" sz="quarter" idx="11"/>
          </p:nvPr>
        </p:nvSpPr>
        <p:spPr>
          <a:xfrm>
            <a:off x="1597003" y="1441448"/>
            <a:ext cx="3474722" cy="3474720"/>
          </a:xfrm>
          <a:prstGeom prst="ellipse">
            <a:avLst/>
          </a:prstGeom>
        </p:spPr>
        <p:txBody>
          <a:bodyPr anchor="ctr"/>
          <a:lstStyle>
            <a:lvl1pPr marL="0" indent="0" algn="ctr">
              <a:buNone/>
              <a:defRPr/>
            </a:lvl1pPr>
          </a:lstStyle>
          <a:p>
            <a:r>
              <a:rPr lang="en-US"/>
              <a:t>Click icon to add picture</a:t>
            </a:r>
          </a:p>
        </p:txBody>
      </p:sp>
      <p:sp>
        <p:nvSpPr>
          <p:cNvPr id="4" name="Content Placeholder 2">
            <a:extLst>
              <a:ext uri="{FF2B5EF4-FFF2-40B4-BE49-F238E27FC236}">
                <a16:creationId xmlns:a16="http://schemas.microsoft.com/office/drawing/2014/main" id="{1754A373-88C4-A82B-E350-FCFB019D452F}"/>
              </a:ext>
            </a:extLst>
          </p:cNvPr>
          <p:cNvSpPr>
            <a:spLocks noGrp="1"/>
          </p:cNvSpPr>
          <p:nvPr>
            <p:ph idx="13" hasCustomPrompt="1"/>
          </p:nvPr>
        </p:nvSpPr>
        <p:spPr>
          <a:xfrm>
            <a:off x="6450568" y="1446212"/>
            <a:ext cx="5315982" cy="4630737"/>
          </a:xfrm>
        </p:spPr>
        <p:txBody>
          <a:bodyPr lIns="0" tIns="0" rIns="0" bIns="0"/>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3" name="Slide Number Placeholder 5">
            <a:extLst>
              <a:ext uri="{FF2B5EF4-FFF2-40B4-BE49-F238E27FC236}">
                <a16:creationId xmlns:a16="http://schemas.microsoft.com/office/drawing/2014/main" id="{516BDD6C-589C-E59D-505F-90F87C6A5387}"/>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50221270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ircle curve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grpSp>
        <p:nvGrpSpPr>
          <p:cNvPr id="4" name="Group 3">
            <a:extLst>
              <a:ext uri="{FF2B5EF4-FFF2-40B4-BE49-F238E27FC236}">
                <a16:creationId xmlns:a16="http://schemas.microsoft.com/office/drawing/2014/main" id="{37533B7B-CFCE-C743-5F19-2A8A364B144A}"/>
              </a:ext>
              <a:ext uri="{C183D7F6-B498-43B3-948B-1728B52AA6E4}">
                <adec:decorative xmlns:adec="http://schemas.microsoft.com/office/drawing/2017/decorative" val="1"/>
              </a:ext>
            </a:extLst>
          </p:cNvPr>
          <p:cNvGrpSpPr/>
          <p:nvPr userDrawn="1"/>
        </p:nvGrpSpPr>
        <p:grpSpPr>
          <a:xfrm flipH="1">
            <a:off x="428625" y="1456405"/>
            <a:ext cx="4631138" cy="4631138"/>
            <a:chOff x="6364404" y="688572"/>
            <a:chExt cx="5398971" cy="5398971"/>
          </a:xfrm>
        </p:grpSpPr>
        <p:pic>
          <p:nvPicPr>
            <p:cNvPr id="5" name="Graphic 4">
              <a:extLst>
                <a:ext uri="{FF2B5EF4-FFF2-40B4-BE49-F238E27FC236}">
                  <a16:creationId xmlns:a16="http://schemas.microsoft.com/office/drawing/2014/main" id="{F0EA9041-DFBD-0DC8-66E1-193CA3018FF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V="1">
              <a:off x="6364404" y="3388057"/>
              <a:ext cx="2699486" cy="2699486"/>
            </a:xfrm>
            <a:prstGeom prst="rect">
              <a:avLst/>
            </a:prstGeom>
          </p:spPr>
        </p:pic>
        <p:pic>
          <p:nvPicPr>
            <p:cNvPr id="6" name="Graphic 5">
              <a:extLst>
                <a:ext uri="{FF2B5EF4-FFF2-40B4-BE49-F238E27FC236}">
                  <a16:creationId xmlns:a16="http://schemas.microsoft.com/office/drawing/2014/main" id="{14ADEFBA-0047-A23F-7A01-9D71C4274E6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a:off x="9063889" y="688572"/>
              <a:ext cx="2699486" cy="2699486"/>
            </a:xfrm>
            <a:prstGeom prst="rect">
              <a:avLst/>
            </a:prstGeom>
          </p:spPr>
        </p:pic>
      </p:grpSp>
      <p:sp>
        <p:nvSpPr>
          <p:cNvPr id="7" name="Picture Placeholder 6">
            <a:extLst>
              <a:ext uri="{FF2B5EF4-FFF2-40B4-BE49-F238E27FC236}">
                <a16:creationId xmlns:a16="http://schemas.microsoft.com/office/drawing/2014/main" id="{4A8ACBE3-F84F-9311-A090-BF6945A40482}"/>
              </a:ext>
            </a:extLst>
          </p:cNvPr>
          <p:cNvSpPr>
            <a:spLocks noGrp="1" noChangeAspect="1"/>
          </p:cNvSpPr>
          <p:nvPr>
            <p:ph type="pic" sz="quarter" idx="11"/>
          </p:nvPr>
        </p:nvSpPr>
        <p:spPr>
          <a:xfrm>
            <a:off x="1358739" y="2390067"/>
            <a:ext cx="2765586" cy="2765584"/>
          </a:xfrm>
          <a:prstGeom prst="ellipse">
            <a:avLst/>
          </a:prstGeom>
        </p:spPr>
        <p:txBody>
          <a:bodyPr anchor="ctr"/>
          <a:lstStyle>
            <a:lvl1pPr marL="0" indent="0" algn="ctr">
              <a:buNone/>
              <a:defRPr/>
            </a:lvl1pPr>
          </a:lstStyle>
          <a:p>
            <a:r>
              <a:rPr lang="en-US"/>
              <a:t>Click icon to add picture</a:t>
            </a:r>
          </a:p>
        </p:txBody>
      </p:sp>
      <p:sp>
        <p:nvSpPr>
          <p:cNvPr id="10" name="Content Placeholder 2">
            <a:extLst>
              <a:ext uri="{FF2B5EF4-FFF2-40B4-BE49-F238E27FC236}">
                <a16:creationId xmlns:a16="http://schemas.microsoft.com/office/drawing/2014/main" id="{15D281C0-60B3-6172-E427-F7E32C30796B}"/>
              </a:ext>
            </a:extLst>
          </p:cNvPr>
          <p:cNvSpPr>
            <a:spLocks noGrp="1"/>
          </p:cNvSpPr>
          <p:nvPr>
            <p:ph idx="13" hasCustomPrompt="1"/>
          </p:nvPr>
        </p:nvSpPr>
        <p:spPr>
          <a:xfrm>
            <a:off x="5254906" y="1446212"/>
            <a:ext cx="6511644" cy="4630737"/>
          </a:xfrm>
        </p:spPr>
        <p:txBody>
          <a:bodyPr lIns="0" tIns="0" rIns="0" bIns="0"/>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9" name="Slide Number Placeholder 5">
            <a:extLst>
              <a:ext uri="{FF2B5EF4-FFF2-40B4-BE49-F238E27FC236}">
                <a16:creationId xmlns:a16="http://schemas.microsoft.com/office/drawing/2014/main" id="{7708C7AB-438A-DC8C-37D8-D7D68BAB13CD}"/>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273263558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ircle curve quote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D608C7D-CAC2-E061-16C4-46C8B746882D}"/>
              </a:ext>
            </a:extLst>
          </p:cNvPr>
          <p:cNvSpPr>
            <a:spLocks noGrp="1"/>
          </p:cNvSpPr>
          <p:nvPr>
            <p:ph type="title"/>
          </p:nvPr>
        </p:nvSpPr>
        <p:spPr>
          <a:xfrm>
            <a:off x="428624" y="-972518"/>
            <a:ext cx="11337925" cy="796568"/>
          </a:xfrm>
        </p:spPr>
        <p:txBody>
          <a:bodyPr anchor="b"/>
          <a:lstStyle/>
          <a:p>
            <a:r>
              <a:rPr lang="en-US"/>
              <a:t>Click to edit Master title style</a:t>
            </a:r>
          </a:p>
        </p:txBody>
      </p:sp>
      <p:grpSp>
        <p:nvGrpSpPr>
          <p:cNvPr id="6" name="Group 5">
            <a:extLst>
              <a:ext uri="{FF2B5EF4-FFF2-40B4-BE49-F238E27FC236}">
                <a16:creationId xmlns:a16="http://schemas.microsoft.com/office/drawing/2014/main" id="{19778ECC-DF3B-21C8-2028-9C37F39EDD7F}"/>
              </a:ext>
              <a:ext uri="{C183D7F6-B498-43B3-948B-1728B52AA6E4}">
                <adec:decorative xmlns:adec="http://schemas.microsoft.com/office/drawing/2017/decorative" val="1"/>
              </a:ext>
            </a:extLst>
          </p:cNvPr>
          <p:cNvGrpSpPr/>
          <p:nvPr userDrawn="1"/>
        </p:nvGrpSpPr>
        <p:grpSpPr>
          <a:xfrm>
            <a:off x="428625" y="688572"/>
            <a:ext cx="5398971" cy="5398971"/>
            <a:chOff x="428625" y="688572"/>
            <a:chExt cx="5398971" cy="5398971"/>
          </a:xfrm>
        </p:grpSpPr>
        <p:pic>
          <p:nvPicPr>
            <p:cNvPr id="12" name="Graphic 11">
              <a:extLst>
                <a:ext uri="{FF2B5EF4-FFF2-40B4-BE49-F238E27FC236}">
                  <a16:creationId xmlns:a16="http://schemas.microsoft.com/office/drawing/2014/main" id="{DDD74B7C-D695-9400-9632-BD81C62538E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V="1">
              <a:off x="428625" y="3388057"/>
              <a:ext cx="2699486" cy="2699486"/>
            </a:xfrm>
            <a:prstGeom prst="rect">
              <a:avLst/>
            </a:prstGeom>
          </p:spPr>
        </p:pic>
        <p:pic>
          <p:nvPicPr>
            <p:cNvPr id="13" name="Graphic 12">
              <a:extLst>
                <a:ext uri="{FF2B5EF4-FFF2-40B4-BE49-F238E27FC236}">
                  <a16:creationId xmlns:a16="http://schemas.microsoft.com/office/drawing/2014/main" id="{867E329A-F569-FD2D-40BC-C949E9EC7C6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a:off x="3128110" y="688572"/>
              <a:ext cx="2699486" cy="2699486"/>
            </a:xfrm>
            <a:prstGeom prst="rect">
              <a:avLst/>
            </a:prstGeom>
          </p:spPr>
        </p:pic>
      </p:grpSp>
      <p:sp>
        <p:nvSpPr>
          <p:cNvPr id="7" name="Picture Placeholder 6">
            <a:extLst>
              <a:ext uri="{FF2B5EF4-FFF2-40B4-BE49-F238E27FC236}">
                <a16:creationId xmlns:a16="http://schemas.microsoft.com/office/drawing/2014/main" id="{7BB21A47-0ACD-51C0-D2C7-23A1141D8604}"/>
              </a:ext>
            </a:extLst>
          </p:cNvPr>
          <p:cNvSpPr>
            <a:spLocks noGrp="1" noChangeAspect="1"/>
          </p:cNvSpPr>
          <p:nvPr>
            <p:ph type="pic" sz="quarter" idx="11"/>
          </p:nvPr>
        </p:nvSpPr>
        <p:spPr>
          <a:xfrm>
            <a:off x="1516747" y="1776294"/>
            <a:ext cx="3218690" cy="3218688"/>
          </a:xfrm>
          <a:prstGeom prst="ellipse">
            <a:avLst/>
          </a:prstGeom>
        </p:spPr>
        <p:txBody>
          <a:bodyPr anchor="ctr"/>
          <a:lstStyle>
            <a:lvl1pPr marL="0" indent="0" algn="ctr">
              <a:buNone/>
              <a:defRPr/>
            </a:lvl1pPr>
          </a:lstStyle>
          <a:p>
            <a:r>
              <a:rPr lang="en-US"/>
              <a:t>Click icon to add picture</a:t>
            </a:r>
          </a:p>
        </p:txBody>
      </p:sp>
      <p:sp>
        <p:nvSpPr>
          <p:cNvPr id="8" name="Rectangle 7">
            <a:extLst>
              <a:ext uri="{FF2B5EF4-FFF2-40B4-BE49-F238E27FC236}">
                <a16:creationId xmlns:a16="http://schemas.microsoft.com/office/drawing/2014/main" id="{E9A78271-D975-392F-26ED-9AF02A595AA3}"/>
              </a:ext>
              <a:ext uri="{C183D7F6-B498-43B3-948B-1728B52AA6E4}">
                <adec:decorative xmlns:adec="http://schemas.microsoft.com/office/drawing/2017/decorative" val="1"/>
              </a:ext>
            </a:extLst>
          </p:cNvPr>
          <p:cNvSpPr/>
          <p:nvPr userDrawn="1"/>
        </p:nvSpPr>
        <p:spPr>
          <a:xfrm>
            <a:off x="6096000" y="0"/>
            <a:ext cx="6096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7">
            <a:extLst>
              <a:ext uri="{FF2B5EF4-FFF2-40B4-BE49-F238E27FC236}">
                <a16:creationId xmlns:a16="http://schemas.microsoft.com/office/drawing/2014/main" id="{F0FEDF7D-16CB-CED7-A7AF-90CBDF7D6705}"/>
              </a:ext>
            </a:extLst>
          </p:cNvPr>
          <p:cNvSpPr>
            <a:spLocks noGrp="1"/>
          </p:cNvSpPr>
          <p:nvPr>
            <p:ph type="body" sz="quarter" idx="10" hasCustomPrompt="1"/>
          </p:nvPr>
        </p:nvSpPr>
        <p:spPr>
          <a:xfrm>
            <a:off x="6458857" y="477673"/>
            <a:ext cx="5304517" cy="5599278"/>
          </a:xfrm>
        </p:spPr>
        <p:txBody>
          <a:bodyPr wrap="square">
            <a:noAutofit/>
          </a:bodyPr>
          <a:lstStyle>
            <a:lvl1pPr marL="0" indent="0">
              <a:spcAft>
                <a:spcPts val="600"/>
              </a:spcAft>
              <a:buNone/>
              <a:defRPr sz="2000">
                <a:solidFill>
                  <a:schemeClr val="bg1"/>
                </a:solidFill>
                <a:latin typeface="+mn-lt"/>
              </a:defRPr>
            </a:lvl1pPr>
            <a:lvl2pPr marL="228600" indent="0">
              <a:buNone/>
              <a:defRPr/>
            </a:lvl2pPr>
            <a:lvl3pPr marL="457200" indent="0">
              <a:buNone/>
              <a:defRPr/>
            </a:lvl3pPr>
            <a:lvl4pPr marL="685800" indent="0">
              <a:buNone/>
              <a:defRPr/>
            </a:lvl4pPr>
            <a:lvl5pPr marL="914400" indent="0">
              <a:buNone/>
              <a:defRPr/>
            </a:lvl5pPr>
          </a:lstStyle>
          <a:p>
            <a:r>
              <a:rPr lang="en-US"/>
              <a:t>Quote/Body text</a:t>
            </a:r>
          </a:p>
        </p:txBody>
      </p:sp>
      <p:sp>
        <p:nvSpPr>
          <p:cNvPr id="5" name="Graphique 10">
            <a:extLst>
              <a:ext uri="{FF2B5EF4-FFF2-40B4-BE49-F238E27FC236}">
                <a16:creationId xmlns:a16="http://schemas.microsoft.com/office/drawing/2014/main" id="{025140E0-C2C6-A3A5-0B7E-678902A455D4}"/>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
        <p:nvSpPr>
          <p:cNvPr id="2" name="Slide Number Placeholder 5">
            <a:extLst>
              <a:ext uri="{FF2B5EF4-FFF2-40B4-BE49-F238E27FC236}">
                <a16:creationId xmlns:a16="http://schemas.microsoft.com/office/drawing/2014/main" id="{512E530A-B778-4B96-FF9C-7B751B733D7B}"/>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a:t>
            </a:fld>
            <a:endParaRPr lang="nl-NL"/>
          </a:p>
        </p:txBody>
      </p:sp>
      <p:pic>
        <p:nvPicPr>
          <p:cNvPr id="10" name="Image 9" descr="Une image contenant texte, capture d’écran, Police, Bleu électrique&#10;&#10;Le contenu généré par l’IA peut être incorrect.">
            <a:extLst>
              <a:ext uri="{FF2B5EF4-FFF2-40B4-BE49-F238E27FC236}">
                <a16:creationId xmlns:a16="http://schemas.microsoft.com/office/drawing/2014/main" id="{0CD7D2F4-5D2E-569C-EF83-089D22DD2B30}"/>
              </a:ext>
            </a:extLst>
          </p:cNvPr>
          <p:cNvPicPr>
            <a:picLocks noChangeAspect="1"/>
          </p:cNvPicPr>
          <p:nvPr userDrawn="1"/>
        </p:nvPicPr>
        <p:blipFill>
          <a:blip r:embed="rId3">
            <a:clrChange>
              <a:clrFrom>
                <a:srgbClr val="243783"/>
              </a:clrFrom>
              <a:clrTo>
                <a:srgbClr val="243783">
                  <a:alpha val="0"/>
                </a:srgbClr>
              </a:clrTo>
            </a:clrChange>
            <a:extLst>
              <a:ext uri="{28A0092B-C50C-407E-A947-70E740481C1C}">
                <a14:useLocalDpi xmlns:a14="http://schemas.microsoft.com/office/drawing/2010/main" val="0"/>
              </a:ext>
            </a:extLst>
          </a:blip>
          <a:srcRect l="3140" t="35710" r="3106" b="33449"/>
          <a:stretch>
            <a:fillRect/>
          </a:stretch>
        </p:blipFill>
        <p:spPr>
          <a:xfrm>
            <a:off x="8849056" y="6209968"/>
            <a:ext cx="1919615" cy="446470"/>
          </a:xfrm>
          <a:prstGeom prst="rect">
            <a:avLst/>
          </a:prstGeom>
        </p:spPr>
      </p:pic>
    </p:spTree>
    <p:extLst>
      <p:ext uri="{BB962C8B-B14F-4D97-AF65-F5344CB8AC3E}">
        <p14:creationId xmlns:p14="http://schemas.microsoft.com/office/powerpoint/2010/main" val="257236671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ircle curve quote 2">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95FD19C8-A9BF-5C73-C5BC-BA598A545343}"/>
              </a:ext>
              <a:ext uri="{C183D7F6-B498-43B3-948B-1728B52AA6E4}">
                <adec:decorative xmlns:adec="http://schemas.microsoft.com/office/drawing/2017/decorative" val="1"/>
              </a:ext>
            </a:extLst>
          </p:cNvPr>
          <p:cNvGrpSpPr/>
          <p:nvPr userDrawn="1"/>
        </p:nvGrpSpPr>
        <p:grpSpPr>
          <a:xfrm>
            <a:off x="428625" y="688572"/>
            <a:ext cx="5398971" cy="5398971"/>
            <a:chOff x="428625" y="688572"/>
            <a:chExt cx="5398971" cy="5398971"/>
          </a:xfrm>
        </p:grpSpPr>
        <p:pic>
          <p:nvPicPr>
            <p:cNvPr id="12" name="Graphic 11">
              <a:extLst>
                <a:ext uri="{FF2B5EF4-FFF2-40B4-BE49-F238E27FC236}">
                  <a16:creationId xmlns:a16="http://schemas.microsoft.com/office/drawing/2014/main" id="{DDD74B7C-D695-9400-9632-BD81C62538E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V="1">
              <a:off x="428625" y="3388057"/>
              <a:ext cx="2699486" cy="2699486"/>
            </a:xfrm>
            <a:prstGeom prst="rect">
              <a:avLst/>
            </a:prstGeom>
          </p:spPr>
        </p:pic>
        <p:pic>
          <p:nvPicPr>
            <p:cNvPr id="13" name="Graphic 12">
              <a:extLst>
                <a:ext uri="{FF2B5EF4-FFF2-40B4-BE49-F238E27FC236}">
                  <a16:creationId xmlns:a16="http://schemas.microsoft.com/office/drawing/2014/main" id="{867E329A-F569-FD2D-40BC-C949E9EC7C6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a:off x="3128110" y="688572"/>
              <a:ext cx="2699486" cy="2699486"/>
            </a:xfrm>
            <a:prstGeom prst="rect">
              <a:avLst/>
            </a:prstGeom>
          </p:spPr>
        </p:pic>
      </p:grpSp>
      <p:sp>
        <p:nvSpPr>
          <p:cNvPr id="7" name="Title 6">
            <a:extLst>
              <a:ext uri="{FF2B5EF4-FFF2-40B4-BE49-F238E27FC236}">
                <a16:creationId xmlns:a16="http://schemas.microsoft.com/office/drawing/2014/main" id="{571E8B8B-07EF-1513-B4C6-C31171443239}"/>
              </a:ext>
            </a:extLst>
          </p:cNvPr>
          <p:cNvSpPr>
            <a:spLocks noGrp="1"/>
          </p:cNvSpPr>
          <p:nvPr>
            <p:ph type="title" hasCustomPrompt="1"/>
          </p:nvPr>
        </p:nvSpPr>
        <p:spPr>
          <a:xfrm>
            <a:off x="1518765" y="1778713"/>
            <a:ext cx="3218690" cy="3218688"/>
          </a:xfrm>
        </p:spPr>
        <p:txBody>
          <a:bodyPr anchor="ctr"/>
          <a:lstStyle>
            <a:lvl1pPr algn="ctr">
              <a:defRPr>
                <a:solidFill>
                  <a:schemeClr val="accent3"/>
                </a:solidFill>
              </a:defRPr>
            </a:lvl1pPr>
          </a:lstStyle>
          <a:p>
            <a:r>
              <a:rPr lang="en-US"/>
              <a:t>Title example </a:t>
            </a:r>
            <a:br>
              <a:rPr lang="en-US"/>
            </a:br>
            <a:r>
              <a:rPr lang="en-US"/>
              <a:t>over two lines</a:t>
            </a:r>
          </a:p>
        </p:txBody>
      </p:sp>
      <p:sp>
        <p:nvSpPr>
          <p:cNvPr id="8" name="Rectangle 7">
            <a:extLst>
              <a:ext uri="{FF2B5EF4-FFF2-40B4-BE49-F238E27FC236}">
                <a16:creationId xmlns:a16="http://schemas.microsoft.com/office/drawing/2014/main" id="{E9A78271-D975-392F-26ED-9AF02A595AA3}"/>
              </a:ext>
              <a:ext uri="{C183D7F6-B498-43B3-948B-1728B52AA6E4}">
                <adec:decorative xmlns:adec="http://schemas.microsoft.com/office/drawing/2017/decorative" val="1"/>
              </a:ext>
            </a:extLst>
          </p:cNvPr>
          <p:cNvSpPr/>
          <p:nvPr userDrawn="1"/>
        </p:nvSpPr>
        <p:spPr>
          <a:xfrm>
            <a:off x="6096000" y="0"/>
            <a:ext cx="6096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7">
            <a:extLst>
              <a:ext uri="{FF2B5EF4-FFF2-40B4-BE49-F238E27FC236}">
                <a16:creationId xmlns:a16="http://schemas.microsoft.com/office/drawing/2014/main" id="{F0FEDF7D-16CB-CED7-A7AF-90CBDF7D6705}"/>
              </a:ext>
            </a:extLst>
          </p:cNvPr>
          <p:cNvSpPr>
            <a:spLocks noGrp="1"/>
          </p:cNvSpPr>
          <p:nvPr>
            <p:ph type="body" sz="quarter" idx="10" hasCustomPrompt="1"/>
          </p:nvPr>
        </p:nvSpPr>
        <p:spPr>
          <a:xfrm>
            <a:off x="6458857" y="477673"/>
            <a:ext cx="5304517" cy="5599278"/>
          </a:xfrm>
        </p:spPr>
        <p:txBody>
          <a:bodyPr wrap="square">
            <a:noAutofit/>
          </a:bodyPr>
          <a:lstStyle>
            <a:lvl1pPr marL="0" indent="0">
              <a:spcAft>
                <a:spcPts val="600"/>
              </a:spcAft>
              <a:buNone/>
              <a:defRPr sz="2000">
                <a:solidFill>
                  <a:schemeClr val="bg1"/>
                </a:solidFill>
                <a:latin typeface="+mn-lt"/>
              </a:defRPr>
            </a:lvl1pPr>
            <a:lvl2pPr marL="228600" indent="0">
              <a:buNone/>
              <a:defRPr/>
            </a:lvl2pPr>
            <a:lvl3pPr marL="457200" indent="0">
              <a:buNone/>
              <a:defRPr/>
            </a:lvl3pPr>
            <a:lvl4pPr marL="685800" indent="0">
              <a:buNone/>
              <a:defRPr/>
            </a:lvl4pPr>
            <a:lvl5pPr marL="914400" indent="0">
              <a:buNone/>
              <a:defRPr/>
            </a:lvl5pPr>
          </a:lstStyle>
          <a:p>
            <a:r>
              <a:rPr lang="en-US"/>
              <a:t>Quote/Body text</a:t>
            </a:r>
          </a:p>
        </p:txBody>
      </p:sp>
      <p:sp>
        <p:nvSpPr>
          <p:cNvPr id="5" name="Graphique 10">
            <a:extLst>
              <a:ext uri="{FF2B5EF4-FFF2-40B4-BE49-F238E27FC236}">
                <a16:creationId xmlns:a16="http://schemas.microsoft.com/office/drawing/2014/main" id="{025140E0-C2C6-A3A5-0B7E-678902A455D4}"/>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
        <p:nvSpPr>
          <p:cNvPr id="2" name="Slide Number Placeholder 5">
            <a:extLst>
              <a:ext uri="{FF2B5EF4-FFF2-40B4-BE49-F238E27FC236}">
                <a16:creationId xmlns:a16="http://schemas.microsoft.com/office/drawing/2014/main" id="{9D9D97E0-3D8D-7FAB-987B-9840782C00B0}"/>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a:t>
            </a:fld>
            <a:endParaRPr lang="nl-NL"/>
          </a:p>
        </p:txBody>
      </p:sp>
      <p:pic>
        <p:nvPicPr>
          <p:cNvPr id="9" name="Image 8" descr="Une image contenant texte, capture d’écran, Police, Bleu électrique&#10;&#10;Le contenu généré par l’IA peut être incorrect.">
            <a:extLst>
              <a:ext uri="{FF2B5EF4-FFF2-40B4-BE49-F238E27FC236}">
                <a16:creationId xmlns:a16="http://schemas.microsoft.com/office/drawing/2014/main" id="{C0C00536-60FD-A893-B757-8ED102B262DE}"/>
              </a:ext>
            </a:extLst>
          </p:cNvPr>
          <p:cNvPicPr>
            <a:picLocks noChangeAspect="1"/>
          </p:cNvPicPr>
          <p:nvPr userDrawn="1"/>
        </p:nvPicPr>
        <p:blipFill>
          <a:blip r:embed="rId3">
            <a:clrChange>
              <a:clrFrom>
                <a:srgbClr val="243783"/>
              </a:clrFrom>
              <a:clrTo>
                <a:srgbClr val="243783">
                  <a:alpha val="0"/>
                </a:srgbClr>
              </a:clrTo>
            </a:clrChange>
            <a:extLst>
              <a:ext uri="{28A0092B-C50C-407E-A947-70E740481C1C}">
                <a14:useLocalDpi xmlns:a14="http://schemas.microsoft.com/office/drawing/2010/main" val="0"/>
              </a:ext>
            </a:extLst>
          </a:blip>
          <a:srcRect l="3140" t="35710" r="3106" b="33449"/>
          <a:stretch>
            <a:fillRect/>
          </a:stretch>
        </p:blipFill>
        <p:spPr>
          <a:xfrm>
            <a:off x="8849056" y="6209968"/>
            <a:ext cx="1919615" cy="446470"/>
          </a:xfrm>
          <a:prstGeom prst="rect">
            <a:avLst/>
          </a:prstGeom>
        </p:spPr>
      </p:pic>
    </p:spTree>
    <p:extLst>
      <p:ext uri="{BB962C8B-B14F-4D97-AF65-F5344CB8AC3E}">
        <p14:creationId xmlns:p14="http://schemas.microsoft.com/office/powerpoint/2010/main" val="386781486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ustomer use cas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5" y="291451"/>
            <a:ext cx="10217944" cy="912315"/>
          </a:xfrm>
        </p:spPr>
        <p:txBody>
          <a:bodyPr/>
          <a:lstStyle>
            <a:lvl1pPr>
              <a:defRPr/>
            </a:lvl1pPr>
          </a:lstStyle>
          <a:p>
            <a:r>
              <a:rPr lang="en-US" noProof="0"/>
              <a:t>Customer Name or “Leading Company in Industry” 1</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6" y="709990"/>
            <a:ext cx="10217944"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marL="0" marR="0" lvl="0" indent="0" algn="l" defTabSz="914400" rtl="0" eaLnBrk="1" fontAlgn="auto" latinLnBrk="0" hangingPunct="1">
              <a:lnSpc>
                <a:spcPct val="100000"/>
              </a:lnSpc>
              <a:spcBef>
                <a:spcPts val="0"/>
              </a:spcBef>
              <a:spcAft>
                <a:spcPts val="400"/>
              </a:spcAft>
              <a:buClr>
                <a:srgbClr val="FFFFFF"/>
              </a:buClr>
              <a:buSzPct val="100000"/>
              <a:buFont typeface="Arial" panose="020B0604020202020204" pitchFamily="34" charset="0"/>
              <a:buNone/>
              <a:tabLst/>
              <a:defRPr/>
            </a:pPr>
            <a:r>
              <a:rPr lang="en-US" noProof="0"/>
              <a:t>Project Name / Short Project Description</a:t>
            </a:r>
          </a:p>
        </p:txBody>
      </p:sp>
      <p:sp>
        <p:nvSpPr>
          <p:cNvPr id="13" name="Picture Placeholder 12">
            <a:extLst>
              <a:ext uri="{FF2B5EF4-FFF2-40B4-BE49-F238E27FC236}">
                <a16:creationId xmlns:a16="http://schemas.microsoft.com/office/drawing/2014/main" id="{A3671B79-3EC2-65ED-38A8-41F17F6B9984}"/>
              </a:ext>
            </a:extLst>
          </p:cNvPr>
          <p:cNvSpPr>
            <a:spLocks noGrp="1"/>
          </p:cNvSpPr>
          <p:nvPr>
            <p:ph type="pic" sz="quarter" idx="42" hasCustomPrompt="1"/>
          </p:nvPr>
        </p:nvSpPr>
        <p:spPr>
          <a:xfrm>
            <a:off x="10731500" y="291451"/>
            <a:ext cx="1033272" cy="912315"/>
          </a:xfrm>
        </p:spPr>
        <p:txBody>
          <a:bodyPr bIns="18288" anchor="b"/>
          <a:lstStyle>
            <a:lvl1pPr marL="0" indent="0" algn="ctr">
              <a:buNone/>
              <a:defRPr sz="1100"/>
            </a:lvl1pPr>
          </a:lstStyle>
          <a:p>
            <a:r>
              <a:rPr lang="en-US"/>
              <a:t>Click icon to add logo</a:t>
            </a:r>
          </a:p>
        </p:txBody>
      </p:sp>
      <p:sp>
        <p:nvSpPr>
          <p:cNvPr id="6" name="Text Placeholder 3">
            <a:extLst>
              <a:ext uri="{FF2B5EF4-FFF2-40B4-BE49-F238E27FC236}">
                <a16:creationId xmlns:a16="http://schemas.microsoft.com/office/drawing/2014/main" id="{F7CC7CBF-5CAC-89DF-85B0-F8F79253431F}"/>
              </a:ext>
            </a:extLst>
          </p:cNvPr>
          <p:cNvSpPr>
            <a:spLocks noGrp="1"/>
          </p:cNvSpPr>
          <p:nvPr>
            <p:ph type="body" sz="quarter" idx="21" hasCustomPrompt="1"/>
          </p:nvPr>
        </p:nvSpPr>
        <p:spPr>
          <a:xfrm>
            <a:off x="428624" y="1446213"/>
            <a:ext cx="3566160" cy="548640"/>
          </a:xfrm>
        </p:spPr>
        <p:txBody>
          <a:bodyPr anchor="ctr"/>
          <a:lstStyle>
            <a:lvl1pPr marL="0" indent="0">
              <a:spcAft>
                <a:spcPts val="0"/>
              </a:spcAft>
              <a:buNone/>
              <a:defRPr sz="1800">
                <a:solidFill>
                  <a:schemeClr val="accent1"/>
                </a:solidFill>
                <a:latin typeface="+mj-lt"/>
              </a:defRPr>
            </a:lvl1pPr>
          </a:lstStyle>
          <a:p>
            <a:pPr marL="162000" marR="0" lvl="0" indent="-162000" fontAlgn="auto">
              <a:lnSpc>
                <a:spcPct val="100000"/>
              </a:lnSpc>
              <a:buSzTx/>
              <a:tabLst/>
            </a:pPr>
            <a:r>
              <a:rPr lang="en-US" noProof="0"/>
              <a:t>The Challenge</a:t>
            </a:r>
          </a:p>
        </p:txBody>
      </p:sp>
      <p:sp>
        <p:nvSpPr>
          <p:cNvPr id="12" name="Text Placeholder 11">
            <a:extLst>
              <a:ext uri="{FF2B5EF4-FFF2-40B4-BE49-F238E27FC236}">
                <a16:creationId xmlns:a16="http://schemas.microsoft.com/office/drawing/2014/main" id="{59890119-6112-A65C-5D5F-826D3A8F06E7}"/>
              </a:ext>
            </a:extLst>
          </p:cNvPr>
          <p:cNvSpPr>
            <a:spLocks noGrp="1"/>
          </p:cNvSpPr>
          <p:nvPr>
            <p:ph type="body" sz="quarter" idx="13" hasCustomPrompt="1"/>
          </p:nvPr>
        </p:nvSpPr>
        <p:spPr>
          <a:xfrm>
            <a:off x="428624" y="1994854"/>
            <a:ext cx="3566160" cy="4082096"/>
          </a:xfrm>
        </p:spPr>
        <p:txBody>
          <a:bodyPr lIns="0" tIns="73152" rIns="91440" bIns="45720"/>
          <a:lstStyle>
            <a:lvl1pPr>
              <a:defRPr sz="1400"/>
            </a:lvl1pPr>
            <a:lvl2pPr>
              <a:defRPr sz="1400"/>
            </a:lvl2pPr>
            <a:lvl3pPr>
              <a:defRPr sz="1400"/>
            </a:lvl3pPr>
            <a:lvl4pPr>
              <a:defRPr sz="1400"/>
            </a:lvl4pPr>
          </a:lstStyle>
          <a:p>
            <a:pPr lvl="0"/>
            <a:r>
              <a:rPr lang="en-US" noProof="0"/>
              <a:t>Level 01</a:t>
            </a:r>
          </a:p>
          <a:p>
            <a:pPr lvl="1"/>
            <a:r>
              <a:rPr lang="en-US" noProof="0"/>
              <a:t>Level 02</a:t>
            </a:r>
          </a:p>
          <a:p>
            <a:pPr lvl="2"/>
            <a:r>
              <a:rPr lang="en-US" noProof="0"/>
              <a:t>Level 03</a:t>
            </a:r>
          </a:p>
          <a:p>
            <a:pPr lvl="3"/>
            <a:r>
              <a:rPr lang="en-US" noProof="0"/>
              <a:t>Level 04</a:t>
            </a:r>
          </a:p>
        </p:txBody>
      </p:sp>
      <p:sp>
        <p:nvSpPr>
          <p:cNvPr id="4" name="Text Placeholder 3">
            <a:extLst>
              <a:ext uri="{FF2B5EF4-FFF2-40B4-BE49-F238E27FC236}">
                <a16:creationId xmlns:a16="http://schemas.microsoft.com/office/drawing/2014/main" id="{B299E64B-3AEF-5121-CC02-A5BF0E2C2E35}"/>
              </a:ext>
            </a:extLst>
          </p:cNvPr>
          <p:cNvSpPr>
            <a:spLocks noGrp="1"/>
          </p:cNvSpPr>
          <p:nvPr>
            <p:ph type="body" sz="quarter" idx="19" hasCustomPrompt="1"/>
          </p:nvPr>
        </p:nvSpPr>
        <p:spPr>
          <a:xfrm>
            <a:off x="4318707" y="1446213"/>
            <a:ext cx="3566160" cy="548640"/>
          </a:xfrm>
        </p:spPr>
        <p:txBody>
          <a:bodyPr anchor="ctr"/>
          <a:lstStyle>
            <a:lvl1pPr marL="0" indent="0">
              <a:spcAft>
                <a:spcPts val="0"/>
              </a:spcAft>
              <a:buNone/>
              <a:defRPr sz="1800">
                <a:solidFill>
                  <a:schemeClr val="accent3"/>
                </a:solidFill>
                <a:latin typeface="+mj-lt"/>
              </a:defRPr>
            </a:lvl1pPr>
          </a:lstStyle>
          <a:p>
            <a:pPr marL="164592" marR="0" lvl="0" indent="-164592" fontAlgn="auto">
              <a:lnSpc>
                <a:spcPct val="100000"/>
              </a:lnSpc>
              <a:buSzTx/>
              <a:tabLst/>
            </a:pPr>
            <a:r>
              <a:rPr lang="en-US" noProof="0"/>
              <a:t>The Solution</a:t>
            </a:r>
          </a:p>
        </p:txBody>
      </p:sp>
      <p:sp>
        <p:nvSpPr>
          <p:cNvPr id="16" name="Text Placeholder 11">
            <a:extLst>
              <a:ext uri="{FF2B5EF4-FFF2-40B4-BE49-F238E27FC236}">
                <a16:creationId xmlns:a16="http://schemas.microsoft.com/office/drawing/2014/main" id="{12B314BB-47D3-B217-085B-FF4087FD57ED}"/>
              </a:ext>
            </a:extLst>
          </p:cNvPr>
          <p:cNvSpPr>
            <a:spLocks noGrp="1"/>
          </p:cNvSpPr>
          <p:nvPr>
            <p:ph type="body" sz="quarter" idx="15" hasCustomPrompt="1"/>
          </p:nvPr>
        </p:nvSpPr>
        <p:spPr>
          <a:xfrm>
            <a:off x="4318707" y="1994854"/>
            <a:ext cx="3566160" cy="4082096"/>
          </a:xfrm>
        </p:spPr>
        <p:txBody>
          <a:bodyPr lIns="0" tIns="73152" rIns="91440" bIns="45720"/>
          <a:lstStyle>
            <a:lvl1pPr>
              <a:defRPr sz="1400"/>
            </a:lvl1pPr>
            <a:lvl2pPr>
              <a:defRPr sz="1400"/>
            </a:lvl2pPr>
            <a:lvl3pPr>
              <a:defRPr sz="1400"/>
            </a:lvl3pPr>
            <a:lvl4pPr>
              <a:defRPr sz="1400"/>
            </a:lvl4pPr>
          </a:lstStyle>
          <a:p>
            <a:pPr lvl="0"/>
            <a:r>
              <a:rPr lang="en-US" noProof="0"/>
              <a:t>Level 01</a:t>
            </a:r>
          </a:p>
          <a:p>
            <a:pPr lvl="1"/>
            <a:r>
              <a:rPr lang="en-US" noProof="0"/>
              <a:t>Level 02</a:t>
            </a:r>
          </a:p>
          <a:p>
            <a:pPr lvl="2"/>
            <a:r>
              <a:rPr lang="en-US" noProof="0"/>
              <a:t>Level 03</a:t>
            </a:r>
          </a:p>
          <a:p>
            <a:pPr lvl="3"/>
            <a:r>
              <a:rPr lang="en-US" noProof="0"/>
              <a:t>Level 04</a:t>
            </a:r>
          </a:p>
        </p:txBody>
      </p:sp>
      <p:sp>
        <p:nvSpPr>
          <p:cNvPr id="5" name="Text Placeholder 3">
            <a:extLst>
              <a:ext uri="{FF2B5EF4-FFF2-40B4-BE49-F238E27FC236}">
                <a16:creationId xmlns:a16="http://schemas.microsoft.com/office/drawing/2014/main" id="{7F70AEA1-0FFB-C5AB-EE1A-EBC0EB80289D}"/>
              </a:ext>
            </a:extLst>
          </p:cNvPr>
          <p:cNvSpPr>
            <a:spLocks noGrp="1"/>
          </p:cNvSpPr>
          <p:nvPr>
            <p:ph type="body" sz="quarter" idx="20" hasCustomPrompt="1"/>
          </p:nvPr>
        </p:nvSpPr>
        <p:spPr>
          <a:xfrm>
            <a:off x="8208790" y="1446213"/>
            <a:ext cx="3566160" cy="548640"/>
          </a:xfrm>
        </p:spPr>
        <p:txBody>
          <a:bodyPr anchor="ctr"/>
          <a:lstStyle>
            <a:lvl1pPr marL="0" indent="0">
              <a:spcAft>
                <a:spcPts val="0"/>
              </a:spcAft>
              <a:buNone/>
              <a:defRPr sz="1800">
                <a:solidFill>
                  <a:schemeClr val="accent5"/>
                </a:solidFill>
                <a:latin typeface="+mj-lt"/>
              </a:defRPr>
            </a:lvl1pPr>
          </a:lstStyle>
          <a:p>
            <a:pPr marL="164592" marR="0" lvl="0" indent="-164592" fontAlgn="auto">
              <a:lnSpc>
                <a:spcPct val="100000"/>
              </a:lnSpc>
              <a:buSzTx/>
              <a:tabLst/>
            </a:pPr>
            <a:r>
              <a:rPr lang="en-US" noProof="0"/>
              <a:t>The Impact</a:t>
            </a:r>
          </a:p>
        </p:txBody>
      </p:sp>
      <p:sp>
        <p:nvSpPr>
          <p:cNvPr id="18" name="Text Placeholder 11">
            <a:extLst>
              <a:ext uri="{FF2B5EF4-FFF2-40B4-BE49-F238E27FC236}">
                <a16:creationId xmlns:a16="http://schemas.microsoft.com/office/drawing/2014/main" id="{56A08DAB-4054-6D4C-0D9A-23E95A1C1CD2}"/>
              </a:ext>
            </a:extLst>
          </p:cNvPr>
          <p:cNvSpPr>
            <a:spLocks noGrp="1"/>
          </p:cNvSpPr>
          <p:nvPr>
            <p:ph type="body" sz="quarter" idx="17" hasCustomPrompt="1"/>
          </p:nvPr>
        </p:nvSpPr>
        <p:spPr>
          <a:xfrm>
            <a:off x="8208790" y="1994854"/>
            <a:ext cx="3566160" cy="4082096"/>
          </a:xfrm>
        </p:spPr>
        <p:txBody>
          <a:bodyPr lIns="0" tIns="73152" rIns="91440" bIns="45720"/>
          <a:lstStyle>
            <a:lvl1pPr>
              <a:defRPr sz="1400"/>
            </a:lvl1pPr>
            <a:lvl2pPr>
              <a:defRPr sz="1400"/>
            </a:lvl2pPr>
            <a:lvl3pPr>
              <a:defRPr sz="1400"/>
            </a:lvl3pPr>
            <a:lvl4pPr>
              <a:defRPr sz="1400"/>
            </a:lvl4pPr>
          </a:lstStyle>
          <a:p>
            <a:pPr lvl="0"/>
            <a:r>
              <a:rPr lang="en-US" noProof="0"/>
              <a:t>Level 01</a:t>
            </a:r>
          </a:p>
          <a:p>
            <a:pPr lvl="1"/>
            <a:r>
              <a:rPr lang="en-US" noProof="0"/>
              <a:t>Level 02</a:t>
            </a:r>
          </a:p>
          <a:p>
            <a:pPr lvl="2"/>
            <a:r>
              <a:rPr lang="en-US" noProof="0"/>
              <a:t>Level 03</a:t>
            </a:r>
          </a:p>
          <a:p>
            <a:pPr lvl="3"/>
            <a:r>
              <a:rPr lang="en-US" noProof="0"/>
              <a:t>Level 04</a:t>
            </a:r>
          </a:p>
        </p:txBody>
      </p:sp>
      <p:cxnSp>
        <p:nvCxnSpPr>
          <p:cNvPr id="7" name="Straight Connector 6">
            <a:extLst>
              <a:ext uri="{FF2B5EF4-FFF2-40B4-BE49-F238E27FC236}">
                <a16:creationId xmlns:a16="http://schemas.microsoft.com/office/drawing/2014/main" id="{8055F457-6C59-9205-5BC8-37A6E312F763}"/>
              </a:ext>
              <a:ext uri="{C183D7F6-B498-43B3-948B-1728B52AA6E4}">
                <adec:decorative xmlns:adec="http://schemas.microsoft.com/office/drawing/2017/decorative" val="1"/>
              </a:ext>
            </a:extLst>
          </p:cNvPr>
          <p:cNvCxnSpPr>
            <a:cxnSpLocks/>
          </p:cNvCxnSpPr>
          <p:nvPr userDrawn="1"/>
        </p:nvCxnSpPr>
        <p:spPr>
          <a:xfrm>
            <a:off x="4153852" y="1446213"/>
            <a:ext cx="0" cy="4630737"/>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28317E02-C121-6BA0-DE8E-02D7575D7C7C}"/>
              </a:ext>
              <a:ext uri="{C183D7F6-B498-43B3-948B-1728B52AA6E4}">
                <adec:decorative xmlns:adec="http://schemas.microsoft.com/office/drawing/2017/decorative" val="1"/>
              </a:ext>
            </a:extLst>
          </p:cNvPr>
          <p:cNvCxnSpPr>
            <a:cxnSpLocks/>
          </p:cNvCxnSpPr>
          <p:nvPr userDrawn="1"/>
        </p:nvCxnSpPr>
        <p:spPr>
          <a:xfrm>
            <a:off x="8046829" y="1446213"/>
            <a:ext cx="0" cy="4630737"/>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3" name="Slide Number Placeholder 5">
            <a:extLst>
              <a:ext uri="{FF2B5EF4-FFF2-40B4-BE49-F238E27FC236}">
                <a16:creationId xmlns:a16="http://schemas.microsoft.com/office/drawing/2014/main" id="{86B26CC1-EC68-EFF1-594A-E7D62DC165B8}"/>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en-US" noProof="0" smtClean="0"/>
              <a:pPr/>
              <a:t>‹#›</a:t>
            </a:fld>
            <a:endParaRPr lang="en-US" noProof="0"/>
          </a:p>
        </p:txBody>
      </p:sp>
    </p:spTree>
    <p:extLst>
      <p:ext uri="{BB962C8B-B14F-4D97-AF65-F5344CB8AC3E}">
        <p14:creationId xmlns:p14="http://schemas.microsoft.com/office/powerpoint/2010/main" val="15735952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ustomer use cas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5" y="291451"/>
            <a:ext cx="10213848" cy="912315"/>
          </a:xfrm>
        </p:spPr>
        <p:txBody>
          <a:bodyPr/>
          <a:lstStyle>
            <a:lvl1pPr>
              <a:defRPr/>
            </a:lvl1pPr>
          </a:lstStyle>
          <a:p>
            <a:r>
              <a:rPr lang="en-US" noProof="0"/>
              <a:t>Customer Name or “Leading Company in Industry” 2</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6" y="709990"/>
            <a:ext cx="10213848"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marL="0" marR="0" lvl="0" indent="0" algn="l" defTabSz="914400" rtl="0" eaLnBrk="1" fontAlgn="auto" latinLnBrk="0" hangingPunct="1">
              <a:lnSpc>
                <a:spcPct val="100000"/>
              </a:lnSpc>
              <a:spcBef>
                <a:spcPts val="0"/>
              </a:spcBef>
              <a:spcAft>
                <a:spcPts val="400"/>
              </a:spcAft>
              <a:buClr>
                <a:srgbClr val="FFFFFF"/>
              </a:buClr>
              <a:buSzPct val="100000"/>
              <a:buFont typeface="Arial" panose="020B0604020202020204" pitchFamily="34" charset="0"/>
              <a:buNone/>
              <a:tabLst/>
              <a:defRPr/>
            </a:pPr>
            <a:r>
              <a:rPr lang="en-US" noProof="0"/>
              <a:t>Project Name / Short Project Description</a:t>
            </a:r>
          </a:p>
        </p:txBody>
      </p:sp>
      <p:sp>
        <p:nvSpPr>
          <p:cNvPr id="3" name="Picture Placeholder 12">
            <a:extLst>
              <a:ext uri="{FF2B5EF4-FFF2-40B4-BE49-F238E27FC236}">
                <a16:creationId xmlns:a16="http://schemas.microsoft.com/office/drawing/2014/main" id="{DC78E8E0-7425-7DE7-A8EA-599CE44C89A6}"/>
              </a:ext>
            </a:extLst>
          </p:cNvPr>
          <p:cNvSpPr>
            <a:spLocks noGrp="1"/>
          </p:cNvSpPr>
          <p:nvPr>
            <p:ph type="pic" sz="quarter" idx="43" hasCustomPrompt="1"/>
          </p:nvPr>
        </p:nvSpPr>
        <p:spPr>
          <a:xfrm>
            <a:off x="10731500" y="291451"/>
            <a:ext cx="1033272" cy="912315"/>
          </a:xfrm>
        </p:spPr>
        <p:txBody>
          <a:bodyPr bIns="18288" anchor="b"/>
          <a:lstStyle>
            <a:lvl1pPr marL="0" indent="0" algn="ctr">
              <a:buNone/>
              <a:defRPr sz="1100"/>
            </a:lvl1pPr>
          </a:lstStyle>
          <a:p>
            <a:r>
              <a:rPr lang="en-US"/>
              <a:t>Click icon to add logo</a:t>
            </a:r>
          </a:p>
        </p:txBody>
      </p:sp>
      <p:sp>
        <p:nvSpPr>
          <p:cNvPr id="36" name="Picture Placeholder 35">
            <a:extLst>
              <a:ext uri="{FF2B5EF4-FFF2-40B4-BE49-F238E27FC236}">
                <a16:creationId xmlns:a16="http://schemas.microsoft.com/office/drawing/2014/main" id="{FF14D5B5-B2D8-B006-08B8-A5DD901D0FEF}"/>
              </a:ext>
            </a:extLst>
          </p:cNvPr>
          <p:cNvSpPr>
            <a:spLocks noGrp="1"/>
          </p:cNvSpPr>
          <p:nvPr>
            <p:ph type="pic" sz="quarter" idx="42"/>
          </p:nvPr>
        </p:nvSpPr>
        <p:spPr>
          <a:xfrm>
            <a:off x="428624" y="1437190"/>
            <a:ext cx="1793716" cy="2660248"/>
          </a:xfrm>
        </p:spPr>
        <p:txBody>
          <a:bodyPr tIns="914400" bIns="0" anchor="ctr"/>
          <a:lstStyle>
            <a:lvl1pPr marL="0" indent="0" algn="ctr">
              <a:buNone/>
              <a:defRPr sz="1400"/>
            </a:lvl1pPr>
          </a:lstStyle>
          <a:p>
            <a:r>
              <a:rPr lang="en-US" noProof="0"/>
              <a:t>Click icon to add picture</a:t>
            </a:r>
          </a:p>
        </p:txBody>
      </p:sp>
      <p:sp>
        <p:nvSpPr>
          <p:cNvPr id="4" name="Text Placeholder 3">
            <a:extLst>
              <a:ext uri="{FF2B5EF4-FFF2-40B4-BE49-F238E27FC236}">
                <a16:creationId xmlns:a16="http://schemas.microsoft.com/office/drawing/2014/main" id="{13833E4C-1BB6-B045-8122-6405632E37A3}"/>
              </a:ext>
            </a:extLst>
          </p:cNvPr>
          <p:cNvSpPr>
            <a:spLocks noGrp="1"/>
          </p:cNvSpPr>
          <p:nvPr>
            <p:ph type="body" sz="quarter" idx="21" hasCustomPrompt="1"/>
          </p:nvPr>
        </p:nvSpPr>
        <p:spPr>
          <a:xfrm>
            <a:off x="2384377" y="1437190"/>
            <a:ext cx="2926080" cy="548640"/>
          </a:xfrm>
        </p:spPr>
        <p:txBody>
          <a:bodyPr anchor="ctr"/>
          <a:lstStyle>
            <a:lvl1pPr marL="0" indent="0">
              <a:spcAft>
                <a:spcPts val="0"/>
              </a:spcAft>
              <a:buNone/>
              <a:defRPr sz="1800">
                <a:solidFill>
                  <a:schemeClr val="accent1"/>
                </a:solidFill>
                <a:latin typeface="+mj-lt"/>
              </a:defRPr>
            </a:lvl1pPr>
          </a:lstStyle>
          <a:p>
            <a:pPr marL="162000" marR="0" lvl="0" indent="-162000" fontAlgn="auto">
              <a:lnSpc>
                <a:spcPct val="100000"/>
              </a:lnSpc>
              <a:buSzTx/>
              <a:tabLst/>
            </a:pPr>
            <a:r>
              <a:rPr lang="en-US" noProof="0"/>
              <a:t>The Challenge</a:t>
            </a:r>
          </a:p>
        </p:txBody>
      </p:sp>
      <p:sp>
        <p:nvSpPr>
          <p:cNvPr id="7" name="Text Placeholder 11">
            <a:extLst>
              <a:ext uri="{FF2B5EF4-FFF2-40B4-BE49-F238E27FC236}">
                <a16:creationId xmlns:a16="http://schemas.microsoft.com/office/drawing/2014/main" id="{3BD3C084-3FE6-20C0-0ED5-684ED95ACA6C}"/>
              </a:ext>
            </a:extLst>
          </p:cNvPr>
          <p:cNvSpPr>
            <a:spLocks noGrp="1"/>
          </p:cNvSpPr>
          <p:nvPr>
            <p:ph type="body" sz="quarter" idx="13" hasCustomPrompt="1"/>
          </p:nvPr>
        </p:nvSpPr>
        <p:spPr>
          <a:xfrm>
            <a:off x="2384377" y="1998532"/>
            <a:ext cx="2926080" cy="4082096"/>
          </a:xfrm>
        </p:spPr>
        <p:txBody>
          <a:bodyPr lIns="0" tIns="73152" rIns="91440" bIns="45720"/>
          <a:lstStyle>
            <a:lvl1pPr>
              <a:defRPr sz="1400"/>
            </a:lvl1pPr>
            <a:lvl2pPr>
              <a:defRPr sz="1400"/>
            </a:lvl2pPr>
            <a:lvl3pPr>
              <a:defRPr sz="1400"/>
            </a:lvl3pPr>
            <a:lvl4pPr>
              <a:defRPr sz="1400"/>
            </a:lvl4pPr>
          </a:lstStyle>
          <a:p>
            <a:pPr lvl="0"/>
            <a:r>
              <a:rPr lang="en-US" noProof="0"/>
              <a:t>Level 01</a:t>
            </a:r>
          </a:p>
          <a:p>
            <a:pPr lvl="1"/>
            <a:r>
              <a:rPr lang="en-US" noProof="0"/>
              <a:t>Level 02</a:t>
            </a:r>
          </a:p>
          <a:p>
            <a:pPr lvl="2"/>
            <a:r>
              <a:rPr lang="en-US" noProof="0"/>
              <a:t>Level 03</a:t>
            </a:r>
          </a:p>
          <a:p>
            <a:pPr lvl="3"/>
            <a:r>
              <a:rPr lang="en-US" noProof="0"/>
              <a:t>Level 04</a:t>
            </a:r>
          </a:p>
        </p:txBody>
      </p:sp>
      <p:sp>
        <p:nvSpPr>
          <p:cNvPr id="9" name="Text Placeholder 3">
            <a:extLst>
              <a:ext uri="{FF2B5EF4-FFF2-40B4-BE49-F238E27FC236}">
                <a16:creationId xmlns:a16="http://schemas.microsoft.com/office/drawing/2014/main" id="{38E3CACE-2400-3063-1DD0-F9731861AAEE}"/>
              </a:ext>
            </a:extLst>
          </p:cNvPr>
          <p:cNvSpPr>
            <a:spLocks noGrp="1"/>
          </p:cNvSpPr>
          <p:nvPr>
            <p:ph type="body" sz="quarter" idx="19" hasCustomPrompt="1"/>
          </p:nvPr>
        </p:nvSpPr>
        <p:spPr>
          <a:xfrm>
            <a:off x="5612769" y="1437190"/>
            <a:ext cx="2926080" cy="548640"/>
          </a:xfrm>
        </p:spPr>
        <p:txBody>
          <a:bodyPr anchor="ctr"/>
          <a:lstStyle>
            <a:lvl1pPr marL="0" indent="0">
              <a:spcAft>
                <a:spcPts val="0"/>
              </a:spcAft>
              <a:buNone/>
              <a:defRPr sz="1800">
                <a:solidFill>
                  <a:schemeClr val="accent3"/>
                </a:solidFill>
                <a:latin typeface="+mj-lt"/>
              </a:defRPr>
            </a:lvl1pPr>
          </a:lstStyle>
          <a:p>
            <a:pPr marL="164592" marR="0" lvl="0" indent="-164592" fontAlgn="auto">
              <a:lnSpc>
                <a:spcPct val="100000"/>
              </a:lnSpc>
              <a:buSzTx/>
              <a:tabLst/>
            </a:pPr>
            <a:r>
              <a:rPr lang="en-US" noProof="0"/>
              <a:t>The Solution</a:t>
            </a:r>
          </a:p>
        </p:txBody>
      </p:sp>
      <p:sp>
        <p:nvSpPr>
          <p:cNvPr id="10" name="Text Placeholder 11">
            <a:extLst>
              <a:ext uri="{FF2B5EF4-FFF2-40B4-BE49-F238E27FC236}">
                <a16:creationId xmlns:a16="http://schemas.microsoft.com/office/drawing/2014/main" id="{8DF93DBB-C602-2D1A-455D-C4DA9CCA8B5A}"/>
              </a:ext>
            </a:extLst>
          </p:cNvPr>
          <p:cNvSpPr>
            <a:spLocks noGrp="1"/>
          </p:cNvSpPr>
          <p:nvPr>
            <p:ph type="body" sz="quarter" idx="15" hasCustomPrompt="1"/>
          </p:nvPr>
        </p:nvSpPr>
        <p:spPr>
          <a:xfrm>
            <a:off x="5612769" y="1998532"/>
            <a:ext cx="2926080" cy="4082096"/>
          </a:xfrm>
        </p:spPr>
        <p:txBody>
          <a:bodyPr lIns="0" tIns="73152" rIns="91440" bIns="45720"/>
          <a:lstStyle>
            <a:lvl1pPr>
              <a:defRPr sz="1400"/>
            </a:lvl1pPr>
            <a:lvl2pPr>
              <a:defRPr sz="1400"/>
            </a:lvl2pPr>
            <a:lvl3pPr>
              <a:defRPr sz="1400"/>
            </a:lvl3pPr>
            <a:lvl4pPr>
              <a:defRPr sz="1400"/>
            </a:lvl4pPr>
          </a:lstStyle>
          <a:p>
            <a:pPr lvl="0"/>
            <a:r>
              <a:rPr lang="en-US" noProof="0"/>
              <a:t>Level 01</a:t>
            </a:r>
          </a:p>
          <a:p>
            <a:pPr lvl="1"/>
            <a:r>
              <a:rPr lang="en-US" noProof="0"/>
              <a:t>Level 02</a:t>
            </a:r>
          </a:p>
          <a:p>
            <a:pPr lvl="2"/>
            <a:r>
              <a:rPr lang="en-US" noProof="0"/>
              <a:t>Level 03</a:t>
            </a:r>
          </a:p>
          <a:p>
            <a:pPr lvl="3"/>
            <a:r>
              <a:rPr lang="en-US" noProof="0"/>
              <a:t>Level 04</a:t>
            </a:r>
          </a:p>
        </p:txBody>
      </p:sp>
      <p:sp>
        <p:nvSpPr>
          <p:cNvPr id="11" name="Text Placeholder 3">
            <a:extLst>
              <a:ext uri="{FF2B5EF4-FFF2-40B4-BE49-F238E27FC236}">
                <a16:creationId xmlns:a16="http://schemas.microsoft.com/office/drawing/2014/main" id="{78FA5348-338A-AE99-D5EA-25D67EAB207A}"/>
              </a:ext>
            </a:extLst>
          </p:cNvPr>
          <p:cNvSpPr>
            <a:spLocks noGrp="1"/>
          </p:cNvSpPr>
          <p:nvPr>
            <p:ph type="body" sz="quarter" idx="20" hasCustomPrompt="1"/>
          </p:nvPr>
        </p:nvSpPr>
        <p:spPr>
          <a:xfrm>
            <a:off x="8841162" y="1437190"/>
            <a:ext cx="2926080" cy="548640"/>
          </a:xfrm>
        </p:spPr>
        <p:txBody>
          <a:bodyPr anchor="ctr"/>
          <a:lstStyle>
            <a:lvl1pPr marL="0" indent="0">
              <a:spcAft>
                <a:spcPts val="0"/>
              </a:spcAft>
              <a:buNone/>
              <a:defRPr sz="1800">
                <a:solidFill>
                  <a:schemeClr val="accent5"/>
                </a:solidFill>
                <a:latin typeface="+mj-lt"/>
              </a:defRPr>
            </a:lvl1pPr>
          </a:lstStyle>
          <a:p>
            <a:pPr marL="164592" marR="0" lvl="0" indent="-164592" fontAlgn="auto">
              <a:lnSpc>
                <a:spcPct val="100000"/>
              </a:lnSpc>
              <a:buSzTx/>
              <a:tabLst/>
            </a:pPr>
            <a:r>
              <a:rPr lang="en-US" noProof="0"/>
              <a:t>The Impact</a:t>
            </a:r>
          </a:p>
        </p:txBody>
      </p:sp>
      <p:sp>
        <p:nvSpPr>
          <p:cNvPr id="12" name="Text Placeholder 11">
            <a:extLst>
              <a:ext uri="{FF2B5EF4-FFF2-40B4-BE49-F238E27FC236}">
                <a16:creationId xmlns:a16="http://schemas.microsoft.com/office/drawing/2014/main" id="{911C1078-5618-7CE0-6EE1-30E1DACED7D4}"/>
              </a:ext>
            </a:extLst>
          </p:cNvPr>
          <p:cNvSpPr>
            <a:spLocks noGrp="1"/>
          </p:cNvSpPr>
          <p:nvPr>
            <p:ph type="body" sz="quarter" idx="17" hasCustomPrompt="1"/>
          </p:nvPr>
        </p:nvSpPr>
        <p:spPr>
          <a:xfrm>
            <a:off x="8841162" y="1998532"/>
            <a:ext cx="2926080" cy="4082096"/>
          </a:xfrm>
        </p:spPr>
        <p:txBody>
          <a:bodyPr lIns="0" tIns="73152" rIns="91440" bIns="45720"/>
          <a:lstStyle>
            <a:lvl1pPr>
              <a:defRPr sz="1400"/>
            </a:lvl1pPr>
            <a:lvl2pPr>
              <a:defRPr sz="1400"/>
            </a:lvl2pPr>
            <a:lvl3pPr>
              <a:defRPr sz="1400"/>
            </a:lvl3pPr>
            <a:lvl4pPr>
              <a:defRPr sz="1400"/>
            </a:lvl4pPr>
          </a:lstStyle>
          <a:p>
            <a:pPr lvl="0"/>
            <a:r>
              <a:rPr lang="en-US" noProof="0"/>
              <a:t>Level 01</a:t>
            </a:r>
          </a:p>
          <a:p>
            <a:pPr lvl="1"/>
            <a:r>
              <a:rPr lang="en-US" noProof="0"/>
              <a:t>Level 02</a:t>
            </a:r>
          </a:p>
          <a:p>
            <a:pPr lvl="2"/>
            <a:r>
              <a:rPr lang="en-US" noProof="0"/>
              <a:t>Level 03</a:t>
            </a:r>
          </a:p>
          <a:p>
            <a:pPr lvl="3"/>
            <a:r>
              <a:rPr lang="en-US" noProof="0"/>
              <a:t>Level 04</a:t>
            </a:r>
          </a:p>
        </p:txBody>
      </p:sp>
      <p:cxnSp>
        <p:nvCxnSpPr>
          <p:cNvPr id="13" name="Straight Connector 12">
            <a:extLst>
              <a:ext uri="{FF2B5EF4-FFF2-40B4-BE49-F238E27FC236}">
                <a16:creationId xmlns:a16="http://schemas.microsoft.com/office/drawing/2014/main" id="{33D0B758-194E-0A9A-E40E-C6C34AAFD04A}"/>
              </a:ext>
              <a:ext uri="{C183D7F6-B498-43B3-948B-1728B52AA6E4}">
                <adec:decorative xmlns:adec="http://schemas.microsoft.com/office/drawing/2017/decorative" val="1"/>
              </a:ext>
            </a:extLst>
          </p:cNvPr>
          <p:cNvCxnSpPr>
            <a:cxnSpLocks/>
          </p:cNvCxnSpPr>
          <p:nvPr userDrawn="1"/>
        </p:nvCxnSpPr>
        <p:spPr>
          <a:xfrm>
            <a:off x="5461613" y="1449891"/>
            <a:ext cx="0" cy="4630737"/>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3A0C7A4-6A84-922C-7B31-36D64EF259C7}"/>
              </a:ext>
              <a:ext uri="{C183D7F6-B498-43B3-948B-1728B52AA6E4}">
                <adec:decorative xmlns:adec="http://schemas.microsoft.com/office/drawing/2017/decorative" val="1"/>
              </a:ext>
            </a:extLst>
          </p:cNvPr>
          <p:cNvCxnSpPr>
            <a:cxnSpLocks/>
          </p:cNvCxnSpPr>
          <p:nvPr userDrawn="1"/>
        </p:nvCxnSpPr>
        <p:spPr>
          <a:xfrm>
            <a:off x="8690005" y="1437191"/>
            <a:ext cx="0" cy="4630737"/>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pic>
        <p:nvPicPr>
          <p:cNvPr id="34" name="Graphic 33">
            <a:extLst>
              <a:ext uri="{FF2B5EF4-FFF2-40B4-BE49-F238E27FC236}">
                <a16:creationId xmlns:a16="http://schemas.microsoft.com/office/drawing/2014/main" id="{34078EFD-AF40-F302-C5B1-1A383B95E706}"/>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28625" y="4283232"/>
            <a:ext cx="1793716" cy="1793716"/>
          </a:xfrm>
          <a:prstGeom prst="rect">
            <a:avLst/>
          </a:prstGeom>
        </p:spPr>
      </p:pic>
      <p:sp>
        <p:nvSpPr>
          <p:cNvPr id="5" name="Slide Number Placeholder 5">
            <a:extLst>
              <a:ext uri="{FF2B5EF4-FFF2-40B4-BE49-F238E27FC236}">
                <a16:creationId xmlns:a16="http://schemas.microsoft.com/office/drawing/2014/main" id="{BC708517-E931-5496-5E88-479ADB95C4CE}"/>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en-US" noProof="0" smtClean="0"/>
              <a:pPr/>
              <a:t>‹#›</a:t>
            </a:fld>
            <a:endParaRPr lang="en-US" noProof="0"/>
          </a:p>
        </p:txBody>
      </p:sp>
    </p:spTree>
    <p:extLst>
      <p:ext uri="{BB962C8B-B14F-4D97-AF65-F5344CB8AC3E}">
        <p14:creationId xmlns:p14="http://schemas.microsoft.com/office/powerpoint/2010/main" val="36972687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V">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9A78271-D975-392F-26ED-9AF02A595AA3}"/>
              </a:ext>
              <a:ext uri="{C183D7F6-B498-43B3-948B-1728B52AA6E4}">
                <adec:decorative xmlns:adec="http://schemas.microsoft.com/office/drawing/2017/decorative" val="1"/>
              </a:ext>
            </a:extLst>
          </p:cNvPr>
          <p:cNvSpPr>
            <a:spLocks/>
          </p:cNvSpPr>
          <p:nvPr userDrawn="1"/>
        </p:nvSpPr>
        <p:spPr>
          <a:xfrm>
            <a:off x="0" y="0"/>
            <a:ext cx="12192000" cy="1147746"/>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nvGrpSpPr>
          <p:cNvPr id="14" name="Group 13">
            <a:extLst>
              <a:ext uri="{FF2B5EF4-FFF2-40B4-BE49-F238E27FC236}">
                <a16:creationId xmlns:a16="http://schemas.microsoft.com/office/drawing/2014/main" id="{87EF5BB1-9EC5-C075-5CF1-D55B8363DFE7}"/>
              </a:ext>
              <a:ext uri="{C183D7F6-B498-43B3-948B-1728B52AA6E4}">
                <adec:decorative xmlns:adec="http://schemas.microsoft.com/office/drawing/2017/decorative" val="1"/>
              </a:ext>
            </a:extLst>
          </p:cNvPr>
          <p:cNvGrpSpPr/>
          <p:nvPr userDrawn="1"/>
        </p:nvGrpSpPr>
        <p:grpSpPr>
          <a:xfrm>
            <a:off x="436910" y="61381"/>
            <a:ext cx="2174616" cy="2174616"/>
            <a:chOff x="428625" y="688572"/>
            <a:chExt cx="5398972" cy="5398972"/>
          </a:xfrm>
        </p:grpSpPr>
        <p:sp>
          <p:nvSpPr>
            <p:cNvPr id="10" name="Graphic 12">
              <a:extLst>
                <a:ext uri="{FF2B5EF4-FFF2-40B4-BE49-F238E27FC236}">
                  <a16:creationId xmlns:a16="http://schemas.microsoft.com/office/drawing/2014/main" id="{867E329A-F569-FD2D-40BC-C949E9EC7C6C}"/>
                </a:ext>
                <a:ext uri="{C183D7F6-B498-43B3-948B-1728B52AA6E4}">
                  <adec:decorative xmlns:adec="http://schemas.microsoft.com/office/drawing/2017/decorative" val="1"/>
                </a:ext>
              </a:extLst>
            </p:cNvPr>
            <p:cNvSpPr/>
            <p:nvPr/>
          </p:nvSpPr>
          <p:spPr>
            <a:xfrm rot="5400000">
              <a:off x="3128111" y="688572"/>
              <a:ext cx="2699486" cy="2699486"/>
            </a:xfrm>
            <a:custGeom>
              <a:avLst/>
              <a:gdLst>
                <a:gd name="connsiteX0" fmla="*/ 0 w 2699486"/>
                <a:gd name="connsiteY0" fmla="*/ 2699486 h 2699486"/>
                <a:gd name="connsiteX1" fmla="*/ 1094417 w 2699486"/>
                <a:gd name="connsiteY1" fmla="*/ 2699486 h 2699486"/>
                <a:gd name="connsiteX2" fmla="*/ 2699486 w 2699486"/>
                <a:gd name="connsiteY2" fmla="*/ 1094417 h 2699486"/>
                <a:gd name="connsiteX3" fmla="*/ 2699486 w 2699486"/>
                <a:gd name="connsiteY3" fmla="*/ 0 h 2699486"/>
                <a:gd name="connsiteX4" fmla="*/ 0 w 2699486"/>
                <a:gd name="connsiteY4" fmla="*/ 2699486 h 26994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99486" h="2699486">
                  <a:moveTo>
                    <a:pt x="0" y="2699486"/>
                  </a:moveTo>
                  <a:lnTo>
                    <a:pt x="1094417" y="2699486"/>
                  </a:lnTo>
                  <a:cubicBezTo>
                    <a:pt x="1094417" y="1814505"/>
                    <a:pt x="1814505" y="1094417"/>
                    <a:pt x="2699486" y="1094417"/>
                  </a:cubicBezTo>
                  <a:lnTo>
                    <a:pt x="2699486" y="0"/>
                  </a:lnTo>
                  <a:cubicBezTo>
                    <a:pt x="1210944" y="0"/>
                    <a:pt x="0" y="1210944"/>
                    <a:pt x="0" y="2699486"/>
                  </a:cubicBezTo>
                </a:path>
              </a:pathLst>
            </a:custGeom>
            <a:solidFill>
              <a:schemeClr val="accent2"/>
            </a:solidFill>
            <a:ln w="2246" cap="flat">
              <a:noFill/>
              <a:prstDash val="solid"/>
              <a:miter/>
            </a:ln>
          </p:spPr>
          <p:txBody>
            <a:bodyPr rtlCol="0" anchor="ctr"/>
            <a:lstStyle/>
            <a:p>
              <a:endParaRPr lang="en-US" noProof="0"/>
            </a:p>
          </p:txBody>
        </p:sp>
        <p:sp>
          <p:nvSpPr>
            <p:cNvPr id="11" name="Graphic 11">
              <a:extLst>
                <a:ext uri="{FF2B5EF4-FFF2-40B4-BE49-F238E27FC236}">
                  <a16:creationId xmlns:a16="http://schemas.microsoft.com/office/drawing/2014/main" id="{DDD74B7C-D695-9400-9632-BD81C62538EB}"/>
                </a:ext>
                <a:ext uri="{C183D7F6-B498-43B3-948B-1728B52AA6E4}">
                  <adec:decorative xmlns:adec="http://schemas.microsoft.com/office/drawing/2017/decorative" val="1"/>
                </a:ext>
              </a:extLst>
            </p:cNvPr>
            <p:cNvSpPr/>
            <p:nvPr/>
          </p:nvSpPr>
          <p:spPr>
            <a:xfrm rot="16200000">
              <a:off x="428625" y="3388058"/>
              <a:ext cx="2699486" cy="2699486"/>
            </a:xfrm>
            <a:custGeom>
              <a:avLst/>
              <a:gdLst>
                <a:gd name="connsiteX0" fmla="*/ 0 w 2699486"/>
                <a:gd name="connsiteY0" fmla="*/ 2699486 h 2699486"/>
                <a:gd name="connsiteX1" fmla="*/ 1094417 w 2699486"/>
                <a:gd name="connsiteY1" fmla="*/ 2699486 h 2699486"/>
                <a:gd name="connsiteX2" fmla="*/ 2699486 w 2699486"/>
                <a:gd name="connsiteY2" fmla="*/ 1094417 h 2699486"/>
                <a:gd name="connsiteX3" fmla="*/ 2699486 w 2699486"/>
                <a:gd name="connsiteY3" fmla="*/ 0 h 2699486"/>
                <a:gd name="connsiteX4" fmla="*/ 0 w 2699486"/>
                <a:gd name="connsiteY4" fmla="*/ 2699486 h 26994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99486" h="2699486">
                  <a:moveTo>
                    <a:pt x="0" y="2699486"/>
                  </a:moveTo>
                  <a:lnTo>
                    <a:pt x="1094417" y="2699486"/>
                  </a:lnTo>
                  <a:cubicBezTo>
                    <a:pt x="1094417" y="1814505"/>
                    <a:pt x="1814505" y="1094417"/>
                    <a:pt x="2699486" y="1094417"/>
                  </a:cubicBezTo>
                  <a:lnTo>
                    <a:pt x="2699486" y="0"/>
                  </a:lnTo>
                  <a:cubicBezTo>
                    <a:pt x="1210944" y="0"/>
                    <a:pt x="0" y="1210944"/>
                    <a:pt x="0" y="2699486"/>
                  </a:cubicBezTo>
                </a:path>
              </a:pathLst>
            </a:custGeom>
            <a:solidFill>
              <a:schemeClr val="accent1"/>
            </a:solidFill>
            <a:ln w="2246" cap="flat">
              <a:noFill/>
              <a:prstDash val="solid"/>
              <a:miter/>
            </a:ln>
          </p:spPr>
          <p:txBody>
            <a:bodyPr rtlCol="0" anchor="ctr"/>
            <a:lstStyle/>
            <a:p>
              <a:endParaRPr lang="en-US" noProof="0"/>
            </a:p>
          </p:txBody>
        </p:sp>
      </p:grpSp>
      <p:sp>
        <p:nvSpPr>
          <p:cNvPr id="3" name="Title 2">
            <a:extLst>
              <a:ext uri="{FF2B5EF4-FFF2-40B4-BE49-F238E27FC236}">
                <a16:creationId xmlns:a16="http://schemas.microsoft.com/office/drawing/2014/main" id="{AC6A2842-98CF-DBDF-5B71-0947B0AD63D5}"/>
              </a:ext>
            </a:extLst>
          </p:cNvPr>
          <p:cNvSpPr>
            <a:spLocks noGrp="1"/>
          </p:cNvSpPr>
          <p:nvPr>
            <p:ph type="title" hasCustomPrompt="1"/>
          </p:nvPr>
        </p:nvSpPr>
        <p:spPr>
          <a:xfrm>
            <a:off x="2772016" y="216497"/>
            <a:ext cx="7124338" cy="387705"/>
          </a:xfrm>
        </p:spPr>
        <p:txBody>
          <a:bodyPr/>
          <a:lstStyle>
            <a:lvl1pPr>
              <a:defRPr sz="2400">
                <a:solidFill>
                  <a:schemeClr val="bg1"/>
                </a:solidFill>
              </a:defRPr>
            </a:lvl1pPr>
          </a:lstStyle>
          <a:p>
            <a:r>
              <a:rPr lang="en-US" noProof="0"/>
              <a:t>Click to enter consultant’s name</a:t>
            </a:r>
          </a:p>
        </p:txBody>
      </p:sp>
      <p:sp>
        <p:nvSpPr>
          <p:cNvPr id="27" name="Text Placeholder 26">
            <a:extLst>
              <a:ext uri="{FF2B5EF4-FFF2-40B4-BE49-F238E27FC236}">
                <a16:creationId xmlns:a16="http://schemas.microsoft.com/office/drawing/2014/main" id="{5C537275-6DEE-641D-F9A0-865D8402FAC1}"/>
              </a:ext>
            </a:extLst>
          </p:cNvPr>
          <p:cNvSpPr>
            <a:spLocks noGrp="1"/>
          </p:cNvSpPr>
          <p:nvPr>
            <p:ph type="body" sz="quarter" idx="29" hasCustomPrompt="1"/>
          </p:nvPr>
        </p:nvSpPr>
        <p:spPr>
          <a:xfrm>
            <a:off x="2772017" y="607046"/>
            <a:ext cx="7124338" cy="414511"/>
          </a:xfrm>
        </p:spPr>
        <p:txBody>
          <a:bodyPr anchor="t"/>
          <a:lstStyle>
            <a:lvl1pPr marL="0" indent="0">
              <a:buNone/>
              <a:defRPr sz="1800">
                <a:solidFill>
                  <a:srgbClr val="3DC7FF"/>
                </a:solidFill>
                <a:latin typeface="+mj-lt"/>
              </a:defRPr>
            </a:lvl1pPr>
          </a:lstStyle>
          <a:p>
            <a:pPr lvl="0"/>
            <a:r>
              <a:rPr lang="en-US" noProof="0"/>
              <a:t>Click to enter role</a:t>
            </a:r>
          </a:p>
        </p:txBody>
      </p:sp>
      <p:sp>
        <p:nvSpPr>
          <p:cNvPr id="2" name="Text Placeholder 26">
            <a:extLst>
              <a:ext uri="{FF2B5EF4-FFF2-40B4-BE49-F238E27FC236}">
                <a16:creationId xmlns:a16="http://schemas.microsoft.com/office/drawing/2014/main" id="{7084BAAC-A14B-0D20-2A26-C8D646B16BBA}"/>
              </a:ext>
            </a:extLst>
          </p:cNvPr>
          <p:cNvSpPr>
            <a:spLocks noGrp="1"/>
          </p:cNvSpPr>
          <p:nvPr>
            <p:ph type="body" sz="quarter" idx="48" hasCustomPrompt="1"/>
          </p:nvPr>
        </p:nvSpPr>
        <p:spPr>
          <a:xfrm>
            <a:off x="10053638" y="257175"/>
            <a:ext cx="893735" cy="285130"/>
          </a:xfrm>
        </p:spPr>
        <p:txBody>
          <a:bodyPr anchor="ctr"/>
          <a:lstStyle>
            <a:lvl1pPr marL="0" indent="0" algn="r">
              <a:buNone/>
              <a:defRPr lang="en-US" sz="1200" b="0" kern="1200" noProof="0" dirty="0">
                <a:solidFill>
                  <a:schemeClr val="accent2"/>
                </a:solidFill>
                <a:latin typeface="+mj-lt"/>
                <a:ea typeface="MS PGothic" pitchFamily="34" charset="-128"/>
                <a:cs typeface="+mn-cs"/>
              </a:defRPr>
            </a:lvl1pPr>
          </a:lstStyle>
          <a:p>
            <a:pPr lvl="0"/>
            <a:r>
              <a:rPr lang="en-US" noProof="0"/>
              <a:t>Country:</a:t>
            </a:r>
          </a:p>
        </p:txBody>
      </p:sp>
      <p:sp>
        <p:nvSpPr>
          <p:cNvPr id="46" name="Text Placeholder 45">
            <a:extLst>
              <a:ext uri="{FF2B5EF4-FFF2-40B4-BE49-F238E27FC236}">
                <a16:creationId xmlns:a16="http://schemas.microsoft.com/office/drawing/2014/main" id="{0EB4AB2E-8AF8-1890-41F0-FE1A716E06B2}"/>
              </a:ext>
            </a:extLst>
          </p:cNvPr>
          <p:cNvSpPr>
            <a:spLocks noGrp="1"/>
          </p:cNvSpPr>
          <p:nvPr>
            <p:ph type="body" sz="quarter" idx="38" hasCustomPrompt="1"/>
          </p:nvPr>
        </p:nvSpPr>
        <p:spPr>
          <a:xfrm>
            <a:off x="10991850" y="257175"/>
            <a:ext cx="771947" cy="285130"/>
          </a:xfrm>
        </p:spPr>
        <p:txBody>
          <a:bodyPr anchor="ctr"/>
          <a:lstStyle>
            <a:lvl1pPr marL="0" indent="0" algn="r">
              <a:buNone/>
              <a:defRPr sz="1200">
                <a:solidFill>
                  <a:schemeClr val="bg1"/>
                </a:solidFill>
              </a:defRPr>
            </a:lvl1pPr>
            <a:lvl2pPr marL="228600" indent="0">
              <a:buNone/>
              <a:defRPr/>
            </a:lvl2pPr>
            <a:lvl3pPr marL="457200" indent="0">
              <a:buNone/>
              <a:defRPr/>
            </a:lvl3pPr>
            <a:lvl4pPr marL="685800" indent="0">
              <a:buNone/>
              <a:defRPr/>
            </a:lvl4pPr>
            <a:lvl5pPr marL="914400" indent="0">
              <a:buNone/>
              <a:defRPr/>
            </a:lvl5pPr>
          </a:lstStyle>
          <a:p>
            <a:pPr lvl="0"/>
            <a:r>
              <a:rPr lang="en-US" noProof="0"/>
              <a:t>ABC</a:t>
            </a:r>
          </a:p>
        </p:txBody>
      </p:sp>
      <p:sp>
        <p:nvSpPr>
          <p:cNvPr id="5" name="Text Placeholder 26">
            <a:extLst>
              <a:ext uri="{FF2B5EF4-FFF2-40B4-BE49-F238E27FC236}">
                <a16:creationId xmlns:a16="http://schemas.microsoft.com/office/drawing/2014/main" id="{E41CF282-98B5-0DCD-8CD3-865399C1809C}"/>
              </a:ext>
            </a:extLst>
          </p:cNvPr>
          <p:cNvSpPr>
            <a:spLocks noGrp="1"/>
          </p:cNvSpPr>
          <p:nvPr>
            <p:ph type="body" sz="quarter" idx="51" hasCustomPrompt="1"/>
          </p:nvPr>
        </p:nvSpPr>
        <p:spPr>
          <a:xfrm>
            <a:off x="10053638" y="655227"/>
            <a:ext cx="893735" cy="285130"/>
          </a:xfrm>
        </p:spPr>
        <p:txBody>
          <a:bodyPr anchor="ctr"/>
          <a:lstStyle>
            <a:lvl1pPr marL="0" indent="0" algn="r">
              <a:buNone/>
              <a:defRPr lang="en-US" sz="1200" b="0" kern="1200" noProof="0" dirty="0">
                <a:solidFill>
                  <a:schemeClr val="accent2"/>
                </a:solidFill>
                <a:latin typeface="+mj-lt"/>
                <a:ea typeface="MS PGothic" pitchFamily="34" charset="-128"/>
                <a:cs typeface="+mn-cs"/>
              </a:defRPr>
            </a:lvl1pPr>
          </a:lstStyle>
          <a:p>
            <a:pPr lvl="0"/>
            <a:r>
              <a:rPr lang="en-US" noProof="0"/>
              <a:t>Availability:</a:t>
            </a:r>
          </a:p>
        </p:txBody>
      </p:sp>
      <p:sp>
        <p:nvSpPr>
          <p:cNvPr id="47" name="Text Placeholder 45">
            <a:extLst>
              <a:ext uri="{FF2B5EF4-FFF2-40B4-BE49-F238E27FC236}">
                <a16:creationId xmlns:a16="http://schemas.microsoft.com/office/drawing/2014/main" id="{17BB8357-25D8-1F26-B27B-AEBD9BD231A9}"/>
              </a:ext>
            </a:extLst>
          </p:cNvPr>
          <p:cNvSpPr>
            <a:spLocks noGrp="1"/>
          </p:cNvSpPr>
          <p:nvPr>
            <p:ph type="body" sz="quarter" idx="39" hasCustomPrompt="1"/>
          </p:nvPr>
        </p:nvSpPr>
        <p:spPr>
          <a:xfrm>
            <a:off x="10991850" y="655227"/>
            <a:ext cx="771947" cy="285130"/>
          </a:xfrm>
        </p:spPr>
        <p:txBody>
          <a:bodyPr anchor="ctr"/>
          <a:lstStyle>
            <a:lvl1pPr marL="0" indent="0" algn="r">
              <a:buNone/>
              <a:defRPr sz="1200">
                <a:solidFill>
                  <a:schemeClr val="bg1"/>
                </a:solidFill>
              </a:defRPr>
            </a:lvl1pPr>
            <a:lvl2pPr marL="228600" indent="0">
              <a:buNone/>
              <a:defRPr/>
            </a:lvl2pPr>
            <a:lvl3pPr marL="457200" indent="0">
              <a:buNone/>
              <a:defRPr/>
            </a:lvl3pPr>
            <a:lvl4pPr marL="685800" indent="0">
              <a:buNone/>
              <a:defRPr/>
            </a:lvl4pPr>
            <a:lvl5pPr marL="914400" indent="0">
              <a:buNone/>
              <a:defRPr/>
            </a:lvl5pPr>
          </a:lstStyle>
          <a:p>
            <a:pPr lvl="0"/>
            <a:r>
              <a:rPr lang="en-US" noProof="0"/>
              <a:t>n Days</a:t>
            </a:r>
          </a:p>
        </p:txBody>
      </p:sp>
      <p:sp>
        <p:nvSpPr>
          <p:cNvPr id="41" name="Picture Placeholder 40">
            <a:extLst>
              <a:ext uri="{FF2B5EF4-FFF2-40B4-BE49-F238E27FC236}">
                <a16:creationId xmlns:a16="http://schemas.microsoft.com/office/drawing/2014/main" id="{9A1DCCCA-D724-F19A-C20F-0460DDD0D365}"/>
              </a:ext>
            </a:extLst>
          </p:cNvPr>
          <p:cNvSpPr>
            <a:spLocks noGrp="1"/>
          </p:cNvSpPr>
          <p:nvPr>
            <p:ph type="pic" sz="quarter" idx="36" hasCustomPrompt="1"/>
          </p:nvPr>
        </p:nvSpPr>
        <p:spPr>
          <a:xfrm>
            <a:off x="434086" y="2338724"/>
            <a:ext cx="547990" cy="445242"/>
          </a:xfrm>
        </p:spPr>
        <p:txBody>
          <a:bodyPr anchor="ctr"/>
          <a:lstStyle>
            <a:lvl1pPr marL="0" indent="0" algn="ctr">
              <a:buNone/>
              <a:defRPr sz="600">
                <a:solidFill>
                  <a:srgbClr val="00005C"/>
                </a:solidFill>
              </a:defRPr>
            </a:lvl1pPr>
          </a:lstStyle>
          <a:p>
            <a:r>
              <a:rPr lang="en-US" noProof="0"/>
              <a:t>Social media </a:t>
            </a:r>
            <a:r>
              <a:rPr lang="en-US" noProof="0" err="1"/>
              <a:t>icon+alt</a:t>
            </a:r>
            <a:r>
              <a:rPr lang="en-US" noProof="0"/>
              <a:t> +link</a:t>
            </a:r>
          </a:p>
        </p:txBody>
      </p:sp>
      <p:sp>
        <p:nvSpPr>
          <p:cNvPr id="9" name="Picture Placeholder 40">
            <a:extLst>
              <a:ext uri="{FF2B5EF4-FFF2-40B4-BE49-F238E27FC236}">
                <a16:creationId xmlns:a16="http://schemas.microsoft.com/office/drawing/2014/main" id="{9B37780F-BB3C-CB63-EF69-CE25D79C398E}"/>
              </a:ext>
            </a:extLst>
          </p:cNvPr>
          <p:cNvSpPr>
            <a:spLocks noGrp="1"/>
          </p:cNvSpPr>
          <p:nvPr>
            <p:ph type="pic" sz="quarter" idx="52" hasCustomPrompt="1"/>
          </p:nvPr>
        </p:nvSpPr>
        <p:spPr>
          <a:xfrm>
            <a:off x="1071257" y="2338724"/>
            <a:ext cx="547990" cy="445242"/>
          </a:xfrm>
        </p:spPr>
        <p:txBody>
          <a:bodyPr anchor="ctr"/>
          <a:lstStyle>
            <a:lvl1pPr marL="0" indent="0" algn="ctr">
              <a:buNone/>
              <a:defRPr sz="600">
                <a:solidFill>
                  <a:srgbClr val="00005C"/>
                </a:solidFill>
              </a:defRPr>
            </a:lvl1pPr>
          </a:lstStyle>
          <a:p>
            <a:r>
              <a:rPr lang="en-US" noProof="0"/>
              <a:t>Social media </a:t>
            </a:r>
            <a:r>
              <a:rPr lang="en-US" noProof="0" err="1"/>
              <a:t>icon+alt</a:t>
            </a:r>
            <a:r>
              <a:rPr lang="en-US" noProof="0"/>
              <a:t> +link</a:t>
            </a:r>
          </a:p>
        </p:txBody>
      </p:sp>
      <p:sp>
        <p:nvSpPr>
          <p:cNvPr id="4" name="Text Placeholder 3">
            <a:extLst>
              <a:ext uri="{FF2B5EF4-FFF2-40B4-BE49-F238E27FC236}">
                <a16:creationId xmlns:a16="http://schemas.microsoft.com/office/drawing/2014/main" id="{FDC52ABD-39DB-5DAA-B9C8-27265064FF03}"/>
              </a:ext>
            </a:extLst>
          </p:cNvPr>
          <p:cNvSpPr>
            <a:spLocks noGrp="1"/>
          </p:cNvSpPr>
          <p:nvPr>
            <p:ph type="body" sz="quarter" idx="41" hasCustomPrompt="1"/>
          </p:nvPr>
        </p:nvSpPr>
        <p:spPr>
          <a:xfrm>
            <a:off x="2262267" y="1189796"/>
            <a:ext cx="1835172" cy="327672"/>
          </a:xfrm>
        </p:spPr>
        <p:txBody>
          <a:bodyPr anchor="ctr"/>
          <a:lstStyle>
            <a:lvl1pPr marL="0" indent="0">
              <a:buFontTx/>
              <a:buNone/>
              <a:defRPr lang="en-US" sz="1800" b="1" kern="1200" noProof="0" dirty="0" smtClean="0">
                <a:solidFill>
                  <a:srgbClr val="0073E6"/>
                </a:solidFill>
                <a:latin typeface="+mj-lt"/>
                <a:ea typeface="MS PGothic" pitchFamily="34" charset="-128"/>
                <a:cs typeface="+mn-cs"/>
              </a:defRPr>
            </a:lvl1pPr>
          </a:lstStyle>
          <a:p>
            <a:pPr marL="0" marR="0" lvl="0" indent="0" algn="l" defTabSz="914400" rtl="0" eaLnBrk="1" fontAlgn="auto" latinLnBrk="0" hangingPunct="1">
              <a:lnSpc>
                <a:spcPct val="100000"/>
              </a:lnSpc>
              <a:spcBef>
                <a:spcPts val="0"/>
              </a:spcBef>
              <a:spcAft>
                <a:spcPts val="600"/>
              </a:spcAft>
              <a:buClr>
                <a:schemeClr val="accent3"/>
              </a:buClr>
              <a:buSzTx/>
              <a:buFontTx/>
              <a:buNone/>
              <a:tabLst/>
              <a:defRPr/>
            </a:pPr>
            <a:r>
              <a:rPr lang="en-US" sz="1600" b="1" noProof="0">
                <a:solidFill>
                  <a:srgbClr val="0073E6"/>
                </a:solidFill>
                <a:latin typeface="+mj-lt"/>
                <a:cs typeface="+mn-cs"/>
              </a:rPr>
              <a:t>Competencies</a:t>
            </a:r>
            <a:endParaRPr lang="en-US" sz="1600" noProof="0">
              <a:solidFill>
                <a:srgbClr val="0073E6"/>
              </a:solidFill>
              <a:latin typeface="+mj-lt"/>
              <a:cs typeface="+mn-cs"/>
            </a:endParaRPr>
          </a:p>
        </p:txBody>
      </p:sp>
      <p:sp>
        <p:nvSpPr>
          <p:cNvPr id="36" name="Text Placeholder 28">
            <a:extLst>
              <a:ext uri="{FF2B5EF4-FFF2-40B4-BE49-F238E27FC236}">
                <a16:creationId xmlns:a16="http://schemas.microsoft.com/office/drawing/2014/main" id="{BA232C89-42B1-3DE0-EB93-B4A3D1FD1C45}"/>
              </a:ext>
            </a:extLst>
          </p:cNvPr>
          <p:cNvSpPr>
            <a:spLocks noGrp="1"/>
          </p:cNvSpPr>
          <p:nvPr>
            <p:ph type="body" sz="quarter" idx="32" hasCustomPrompt="1"/>
          </p:nvPr>
        </p:nvSpPr>
        <p:spPr>
          <a:xfrm>
            <a:off x="2262265" y="1542349"/>
            <a:ext cx="1835173" cy="1290773"/>
          </a:xfrm>
        </p:spPr>
        <p:txBody>
          <a:bodyPr anchor="t"/>
          <a:lstStyle>
            <a:lvl1pPr marL="0" indent="0">
              <a:spcAft>
                <a:spcPts val="200"/>
              </a:spcAft>
              <a:buFontTx/>
              <a:buNone/>
              <a:defRPr sz="1200">
                <a:solidFill>
                  <a:srgbClr val="00005C"/>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Expertise &amp; </a:t>
            </a:r>
            <a:br>
              <a:rPr lang="en-US" noProof="0"/>
            </a:br>
            <a:r>
              <a:rPr lang="en-US" noProof="0"/>
              <a:t>Core Competencies</a:t>
            </a:r>
          </a:p>
        </p:txBody>
      </p:sp>
      <p:sp>
        <p:nvSpPr>
          <p:cNvPr id="68" name="Text Placeholder 3">
            <a:extLst>
              <a:ext uri="{FF2B5EF4-FFF2-40B4-BE49-F238E27FC236}">
                <a16:creationId xmlns:a16="http://schemas.microsoft.com/office/drawing/2014/main" id="{4AF37B7A-C4FA-DE0B-2C2B-676A8950CCE9}"/>
              </a:ext>
            </a:extLst>
          </p:cNvPr>
          <p:cNvSpPr>
            <a:spLocks noGrp="1"/>
          </p:cNvSpPr>
          <p:nvPr>
            <p:ph type="body" sz="quarter" idx="44" hasCustomPrompt="1"/>
          </p:nvPr>
        </p:nvSpPr>
        <p:spPr>
          <a:xfrm>
            <a:off x="436909" y="2886691"/>
            <a:ext cx="3660529" cy="346904"/>
          </a:xfrm>
        </p:spPr>
        <p:txBody>
          <a:bodyPr anchor="ctr"/>
          <a:lstStyle>
            <a:lvl1pPr marL="0" indent="0">
              <a:buFontTx/>
              <a:buNone/>
              <a:defRPr lang="en-US" sz="1800" b="1" kern="1200" noProof="0" dirty="0" smtClean="0">
                <a:solidFill>
                  <a:srgbClr val="0073E6"/>
                </a:solidFill>
                <a:latin typeface="+mj-lt"/>
                <a:ea typeface="MS PGothic" pitchFamily="34" charset="-128"/>
                <a:cs typeface="+mn-cs"/>
              </a:defRPr>
            </a:lvl1pPr>
          </a:lstStyle>
          <a:p>
            <a:pPr eaLnBrk="1" hangingPunct="1">
              <a:spcAft>
                <a:spcPts val="800"/>
              </a:spcAft>
              <a:defRPr/>
            </a:pPr>
            <a:r>
              <a:rPr lang="en-US" sz="1600" b="1" noProof="0">
                <a:solidFill>
                  <a:srgbClr val="0073E6"/>
                </a:solidFill>
                <a:latin typeface="+mj-lt"/>
                <a:cs typeface="+mn-cs"/>
              </a:rPr>
              <a:t>Summary</a:t>
            </a:r>
            <a:endParaRPr lang="en-US" sz="1600" noProof="0">
              <a:solidFill>
                <a:srgbClr val="0073E6"/>
              </a:solidFill>
              <a:latin typeface="+mj-lt"/>
              <a:cs typeface="+mn-cs"/>
            </a:endParaRPr>
          </a:p>
        </p:txBody>
      </p:sp>
      <p:sp>
        <p:nvSpPr>
          <p:cNvPr id="66" name="Text Placeholder 28">
            <a:extLst>
              <a:ext uri="{FF2B5EF4-FFF2-40B4-BE49-F238E27FC236}">
                <a16:creationId xmlns:a16="http://schemas.microsoft.com/office/drawing/2014/main" id="{DE80A998-D14B-6B29-B910-50F0801E3320}"/>
              </a:ext>
            </a:extLst>
          </p:cNvPr>
          <p:cNvSpPr>
            <a:spLocks noGrp="1"/>
          </p:cNvSpPr>
          <p:nvPr>
            <p:ph type="body" sz="quarter" idx="40" hasCustomPrompt="1"/>
          </p:nvPr>
        </p:nvSpPr>
        <p:spPr>
          <a:xfrm>
            <a:off x="436909" y="3243582"/>
            <a:ext cx="3660529" cy="1810956"/>
          </a:xfrm>
        </p:spPr>
        <p:txBody>
          <a:bodyPr/>
          <a:lstStyle>
            <a:lvl1pPr marL="0" indent="0">
              <a:spcAft>
                <a:spcPts val="200"/>
              </a:spcAft>
              <a:buFontTx/>
              <a:buNone/>
              <a:defRPr sz="1200">
                <a:solidFill>
                  <a:srgbClr val="00005C"/>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Summary</a:t>
            </a:r>
          </a:p>
        </p:txBody>
      </p:sp>
      <p:sp>
        <p:nvSpPr>
          <p:cNvPr id="69" name="Text Placeholder 3">
            <a:extLst>
              <a:ext uri="{FF2B5EF4-FFF2-40B4-BE49-F238E27FC236}">
                <a16:creationId xmlns:a16="http://schemas.microsoft.com/office/drawing/2014/main" id="{DFC24B06-9A7D-A46A-608E-6AC443F50503}"/>
              </a:ext>
            </a:extLst>
          </p:cNvPr>
          <p:cNvSpPr>
            <a:spLocks noGrp="1"/>
          </p:cNvSpPr>
          <p:nvPr>
            <p:ph type="body" sz="quarter" idx="45" hasCustomPrompt="1"/>
          </p:nvPr>
        </p:nvSpPr>
        <p:spPr>
          <a:xfrm>
            <a:off x="436909" y="5113079"/>
            <a:ext cx="3660529" cy="346904"/>
          </a:xfrm>
        </p:spPr>
        <p:txBody>
          <a:bodyPr anchor="ctr"/>
          <a:lstStyle>
            <a:lvl1pPr marL="0" indent="0">
              <a:buFontTx/>
              <a:buNone/>
              <a:defRPr lang="en-US" sz="1800" b="1" kern="1200" noProof="0" dirty="0" smtClean="0">
                <a:solidFill>
                  <a:srgbClr val="0073E6"/>
                </a:solidFill>
                <a:latin typeface="+mj-lt"/>
                <a:ea typeface="MS PGothic" pitchFamily="34" charset="-128"/>
                <a:cs typeface="+mn-cs"/>
              </a:defRPr>
            </a:lvl1pPr>
          </a:lstStyle>
          <a:p>
            <a:pPr algn="l">
              <a:lnSpc>
                <a:spcPct val="110000"/>
              </a:lnSpc>
              <a:defRPr/>
            </a:pPr>
            <a:r>
              <a:rPr lang="en-US" sz="1600" b="1" noProof="0">
                <a:solidFill>
                  <a:srgbClr val="0073E6"/>
                </a:solidFill>
                <a:latin typeface="+mj-lt"/>
                <a:cs typeface="+mn-cs"/>
              </a:rPr>
              <a:t>Languages</a:t>
            </a:r>
            <a:endParaRPr lang="en-US" sz="1400" noProof="0">
              <a:solidFill>
                <a:srgbClr val="0073E6"/>
              </a:solidFill>
              <a:latin typeface="+mj-lt"/>
              <a:cs typeface="+mn-cs"/>
            </a:endParaRPr>
          </a:p>
        </p:txBody>
      </p:sp>
      <p:sp>
        <p:nvSpPr>
          <p:cNvPr id="39" name="Text Placeholder 28">
            <a:extLst>
              <a:ext uri="{FF2B5EF4-FFF2-40B4-BE49-F238E27FC236}">
                <a16:creationId xmlns:a16="http://schemas.microsoft.com/office/drawing/2014/main" id="{B9111369-C4AB-C6AD-C404-DE77749484D9}"/>
              </a:ext>
            </a:extLst>
          </p:cNvPr>
          <p:cNvSpPr>
            <a:spLocks noGrp="1"/>
          </p:cNvSpPr>
          <p:nvPr>
            <p:ph type="body" sz="quarter" idx="35" hasCustomPrompt="1"/>
          </p:nvPr>
        </p:nvSpPr>
        <p:spPr>
          <a:xfrm>
            <a:off x="436909" y="5507118"/>
            <a:ext cx="3660529" cy="583902"/>
          </a:xfrm>
        </p:spPr>
        <p:txBody>
          <a:bodyPr/>
          <a:lstStyle>
            <a:lvl1pPr marL="0" indent="0">
              <a:spcAft>
                <a:spcPts val="200"/>
              </a:spcAft>
              <a:buFontTx/>
              <a:buNone/>
              <a:defRPr sz="1200">
                <a:solidFill>
                  <a:srgbClr val="00005C"/>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languages. If you use flags or images: add alt text to each graphic</a:t>
            </a:r>
          </a:p>
        </p:txBody>
      </p:sp>
      <p:sp>
        <p:nvSpPr>
          <p:cNvPr id="25" name="Text Placeholder 3">
            <a:extLst>
              <a:ext uri="{FF2B5EF4-FFF2-40B4-BE49-F238E27FC236}">
                <a16:creationId xmlns:a16="http://schemas.microsoft.com/office/drawing/2014/main" id="{E66F3C00-4E75-245A-984B-8B18DB0D6D69}"/>
              </a:ext>
            </a:extLst>
          </p:cNvPr>
          <p:cNvSpPr>
            <a:spLocks noGrp="1"/>
          </p:cNvSpPr>
          <p:nvPr>
            <p:ph type="body" sz="quarter" idx="42" hasCustomPrompt="1"/>
          </p:nvPr>
        </p:nvSpPr>
        <p:spPr>
          <a:xfrm>
            <a:off x="4258088" y="1189796"/>
            <a:ext cx="3725255" cy="314213"/>
          </a:xfrm>
        </p:spPr>
        <p:txBody>
          <a:bodyPr anchor="ctr"/>
          <a:lstStyle>
            <a:lvl1pPr marL="0" indent="0">
              <a:buFontTx/>
              <a:buNone/>
              <a:defRPr lang="en-US" sz="1800" b="0" kern="1200" baseline="0" noProof="0" dirty="0">
                <a:solidFill>
                  <a:schemeClr val="accent1"/>
                </a:solidFill>
                <a:latin typeface="+mj-lt"/>
                <a:ea typeface="MS PGothic" pitchFamily="34" charset="-128"/>
                <a:cs typeface="+mn-cs"/>
              </a:defRPr>
            </a:lvl1pPr>
          </a:lstStyle>
          <a:p>
            <a:pPr eaLnBrk="1" hangingPunct="1">
              <a:spcAft>
                <a:spcPts val="800"/>
              </a:spcAft>
              <a:defRPr/>
            </a:pPr>
            <a:r>
              <a:rPr lang="en-US" sz="1600" b="1" noProof="0">
                <a:solidFill>
                  <a:srgbClr val="0073E6"/>
                </a:solidFill>
                <a:latin typeface="+mj-lt"/>
                <a:cs typeface="+mn-cs"/>
              </a:rPr>
              <a:t>Education</a:t>
            </a:r>
            <a:endParaRPr lang="en-US" sz="1600" noProof="0">
              <a:solidFill>
                <a:srgbClr val="0073E6"/>
              </a:solidFill>
              <a:latin typeface="+mj-lt"/>
              <a:cs typeface="+mn-cs"/>
            </a:endParaRPr>
          </a:p>
        </p:txBody>
      </p:sp>
      <p:sp>
        <p:nvSpPr>
          <p:cNvPr id="29" name="Text Placeholder 28">
            <a:extLst>
              <a:ext uri="{FF2B5EF4-FFF2-40B4-BE49-F238E27FC236}">
                <a16:creationId xmlns:a16="http://schemas.microsoft.com/office/drawing/2014/main" id="{B779871B-7F68-A96B-54E8-BA8714375523}"/>
              </a:ext>
            </a:extLst>
          </p:cNvPr>
          <p:cNvSpPr>
            <a:spLocks noGrp="1"/>
          </p:cNvSpPr>
          <p:nvPr>
            <p:ph type="body" sz="quarter" idx="30" hasCustomPrompt="1"/>
          </p:nvPr>
        </p:nvSpPr>
        <p:spPr>
          <a:xfrm>
            <a:off x="4258088" y="1542350"/>
            <a:ext cx="3725255" cy="2300446"/>
          </a:xfrm>
        </p:spPr>
        <p:txBody>
          <a:bodyPr/>
          <a:lstStyle>
            <a:lvl1pPr marL="0" indent="0">
              <a:spcAft>
                <a:spcPts val="200"/>
              </a:spcAft>
              <a:buFontTx/>
              <a:buNone/>
              <a:defRPr sz="1200">
                <a:solidFill>
                  <a:schemeClr val="accent3"/>
                </a:solidFill>
                <a:latin typeface="+mj-lt"/>
              </a:defRPr>
            </a:lvl1pPr>
            <a:lvl2pPr marL="0" indent="0">
              <a:spcAft>
                <a:spcPts val="200"/>
              </a:spcAft>
              <a:buNone/>
              <a:defRPr sz="1200">
                <a:solidFill>
                  <a:schemeClr val="accent3"/>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YYYY: Institution. City</a:t>
            </a:r>
          </a:p>
          <a:p>
            <a:pPr lvl="1"/>
            <a:r>
              <a:rPr lang="en-US" noProof="0"/>
              <a:t>Description</a:t>
            </a:r>
          </a:p>
        </p:txBody>
      </p:sp>
      <p:sp>
        <p:nvSpPr>
          <p:cNvPr id="72" name="Text Placeholder 3">
            <a:extLst>
              <a:ext uri="{FF2B5EF4-FFF2-40B4-BE49-F238E27FC236}">
                <a16:creationId xmlns:a16="http://schemas.microsoft.com/office/drawing/2014/main" id="{1C1F265D-FCB6-808F-BF90-B89F32A88201}"/>
              </a:ext>
            </a:extLst>
          </p:cNvPr>
          <p:cNvSpPr>
            <a:spLocks noGrp="1"/>
          </p:cNvSpPr>
          <p:nvPr>
            <p:ph type="body" sz="quarter" idx="47" hasCustomPrompt="1"/>
          </p:nvPr>
        </p:nvSpPr>
        <p:spPr>
          <a:xfrm>
            <a:off x="4258088" y="3933140"/>
            <a:ext cx="3725255" cy="346904"/>
          </a:xfrm>
        </p:spPr>
        <p:txBody>
          <a:bodyPr anchor="ctr"/>
          <a:lstStyle>
            <a:lvl1pPr marL="0" indent="0">
              <a:buFontTx/>
              <a:buNone/>
              <a:defRPr lang="en-US" sz="1800" b="1" kern="1200" baseline="0" noProof="0" dirty="0" smtClean="0">
                <a:solidFill>
                  <a:schemeClr val="accent1"/>
                </a:solidFill>
                <a:latin typeface="+mj-lt"/>
                <a:ea typeface="MS PGothic" pitchFamily="34" charset="-128"/>
                <a:cs typeface="+mn-cs"/>
              </a:defRPr>
            </a:lvl1pPr>
          </a:lstStyle>
          <a:p>
            <a:pPr algn="l" eaLnBrk="1" hangingPunct="1">
              <a:lnSpc>
                <a:spcPct val="110000"/>
              </a:lnSpc>
              <a:defRPr/>
            </a:pPr>
            <a:r>
              <a:rPr lang="en-US" sz="1600" noProof="0">
                <a:solidFill>
                  <a:srgbClr val="0073E6"/>
                </a:solidFill>
                <a:latin typeface="+mj-lt"/>
                <a:cs typeface="+mn-cs"/>
              </a:rPr>
              <a:t>Industry Expertise</a:t>
            </a:r>
          </a:p>
        </p:txBody>
      </p:sp>
      <p:sp>
        <p:nvSpPr>
          <p:cNvPr id="37" name="Text Placeholder 28">
            <a:extLst>
              <a:ext uri="{FF2B5EF4-FFF2-40B4-BE49-F238E27FC236}">
                <a16:creationId xmlns:a16="http://schemas.microsoft.com/office/drawing/2014/main" id="{FC467BED-11E1-7E0B-9A78-B431FDF4732A}"/>
              </a:ext>
            </a:extLst>
          </p:cNvPr>
          <p:cNvSpPr>
            <a:spLocks noGrp="1"/>
          </p:cNvSpPr>
          <p:nvPr>
            <p:ph type="body" sz="quarter" idx="33" hasCustomPrompt="1"/>
          </p:nvPr>
        </p:nvSpPr>
        <p:spPr>
          <a:xfrm>
            <a:off x="4258088" y="4326526"/>
            <a:ext cx="3725255" cy="728011"/>
          </a:xfrm>
        </p:spPr>
        <p:txBody>
          <a:bodyPr/>
          <a:lstStyle>
            <a:lvl1pPr marL="0" indent="0">
              <a:spcAft>
                <a:spcPts val="200"/>
              </a:spcAft>
              <a:buFontTx/>
              <a:buNone/>
              <a:defRPr sz="1200">
                <a:solidFill>
                  <a:srgbClr val="00005C"/>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Industry Expertise</a:t>
            </a:r>
          </a:p>
          <a:p>
            <a:pPr lvl="0"/>
            <a:endParaRPr lang="en-US" noProof="0"/>
          </a:p>
        </p:txBody>
      </p:sp>
      <p:sp>
        <p:nvSpPr>
          <p:cNvPr id="71" name="Text Placeholder 3">
            <a:extLst>
              <a:ext uri="{FF2B5EF4-FFF2-40B4-BE49-F238E27FC236}">
                <a16:creationId xmlns:a16="http://schemas.microsoft.com/office/drawing/2014/main" id="{EE7C65D9-CD83-91F0-6A68-8A89F0102FD2}"/>
              </a:ext>
            </a:extLst>
          </p:cNvPr>
          <p:cNvSpPr>
            <a:spLocks noGrp="1"/>
          </p:cNvSpPr>
          <p:nvPr>
            <p:ph type="body" sz="quarter" idx="46" hasCustomPrompt="1"/>
          </p:nvPr>
        </p:nvSpPr>
        <p:spPr>
          <a:xfrm>
            <a:off x="4258088" y="5113079"/>
            <a:ext cx="3725255" cy="346904"/>
          </a:xfrm>
        </p:spPr>
        <p:txBody>
          <a:bodyPr anchor="ctr"/>
          <a:lstStyle>
            <a:lvl1pPr marL="0" indent="0">
              <a:buFontTx/>
              <a:buNone/>
              <a:defRPr lang="en-US" sz="1800" b="1" kern="1200" baseline="0" noProof="0" dirty="0" smtClean="0">
                <a:solidFill>
                  <a:schemeClr val="accent1"/>
                </a:solidFill>
                <a:latin typeface="+mj-lt"/>
                <a:ea typeface="MS PGothic" pitchFamily="34" charset="-128"/>
                <a:cs typeface="+mn-cs"/>
              </a:defRPr>
            </a:lvl1pPr>
          </a:lstStyle>
          <a:p>
            <a:pPr algn="l" eaLnBrk="1" hangingPunct="1">
              <a:lnSpc>
                <a:spcPct val="110000"/>
              </a:lnSpc>
              <a:defRPr/>
            </a:pPr>
            <a:r>
              <a:rPr lang="en-US" sz="1600" b="1" noProof="0">
                <a:solidFill>
                  <a:srgbClr val="0073E6"/>
                </a:solidFill>
                <a:latin typeface="+mj-lt"/>
                <a:cs typeface="+mn-cs"/>
              </a:rPr>
              <a:t>Certificates / Accreditations</a:t>
            </a:r>
            <a:endParaRPr lang="en-US" sz="1600" noProof="0">
              <a:solidFill>
                <a:srgbClr val="0073E6"/>
              </a:solidFill>
              <a:latin typeface="+mj-lt"/>
              <a:cs typeface="+mn-cs"/>
            </a:endParaRPr>
          </a:p>
        </p:txBody>
      </p:sp>
      <p:sp>
        <p:nvSpPr>
          <p:cNvPr id="38" name="Text Placeholder 28">
            <a:extLst>
              <a:ext uri="{FF2B5EF4-FFF2-40B4-BE49-F238E27FC236}">
                <a16:creationId xmlns:a16="http://schemas.microsoft.com/office/drawing/2014/main" id="{03919262-CF56-C9AD-8C74-CA1547F934AE}"/>
              </a:ext>
            </a:extLst>
          </p:cNvPr>
          <p:cNvSpPr>
            <a:spLocks noGrp="1"/>
          </p:cNvSpPr>
          <p:nvPr>
            <p:ph type="body" sz="quarter" idx="34" hasCustomPrompt="1"/>
          </p:nvPr>
        </p:nvSpPr>
        <p:spPr>
          <a:xfrm>
            <a:off x="4258088" y="5507118"/>
            <a:ext cx="3725255" cy="583902"/>
          </a:xfrm>
        </p:spPr>
        <p:txBody>
          <a:bodyPr/>
          <a:lstStyle>
            <a:lvl1pPr marL="0" indent="0">
              <a:spcAft>
                <a:spcPts val="200"/>
              </a:spcAft>
              <a:buFontTx/>
              <a:buNone/>
              <a:defRPr lang="en-US" sz="1200" kern="1200" dirty="0">
                <a:solidFill>
                  <a:srgbClr val="00005C"/>
                </a:solidFill>
                <a:latin typeface="+mn-lt"/>
                <a:ea typeface="+mn-ea"/>
                <a:cs typeface="+mn-cs"/>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Certificates / Accreditations</a:t>
            </a:r>
          </a:p>
        </p:txBody>
      </p:sp>
      <p:sp>
        <p:nvSpPr>
          <p:cNvPr id="64" name="Text Placeholder 3">
            <a:extLst>
              <a:ext uri="{FF2B5EF4-FFF2-40B4-BE49-F238E27FC236}">
                <a16:creationId xmlns:a16="http://schemas.microsoft.com/office/drawing/2014/main" id="{E2303F15-2EEE-E407-2816-5B0A449FC214}"/>
              </a:ext>
            </a:extLst>
          </p:cNvPr>
          <p:cNvSpPr>
            <a:spLocks noGrp="1"/>
          </p:cNvSpPr>
          <p:nvPr>
            <p:ph type="body" sz="quarter" idx="43" hasCustomPrompt="1"/>
          </p:nvPr>
        </p:nvSpPr>
        <p:spPr>
          <a:xfrm>
            <a:off x="8116084" y="1189796"/>
            <a:ext cx="3650466" cy="314213"/>
          </a:xfrm>
        </p:spPr>
        <p:txBody>
          <a:bodyPr anchor="ctr"/>
          <a:lstStyle>
            <a:lvl1pPr marL="0" indent="0">
              <a:buFontTx/>
              <a:buNone/>
              <a:defRPr lang="en-US" sz="1800" b="0" kern="1200" baseline="0" noProof="0" dirty="0">
                <a:solidFill>
                  <a:schemeClr val="accent1"/>
                </a:solidFill>
                <a:latin typeface="+mj-lt"/>
                <a:ea typeface="MS PGothic" pitchFamily="34" charset="-128"/>
                <a:cs typeface="+mn-cs"/>
              </a:defRPr>
            </a:lvl1pPr>
          </a:lstStyle>
          <a:p>
            <a:pPr eaLnBrk="1" hangingPunct="1">
              <a:spcAft>
                <a:spcPts val="800"/>
              </a:spcAft>
              <a:defRPr/>
            </a:pPr>
            <a:r>
              <a:rPr lang="en-US" sz="1600" b="1" noProof="0">
                <a:solidFill>
                  <a:srgbClr val="0073E6"/>
                </a:solidFill>
                <a:latin typeface="+mj-lt"/>
                <a:cs typeface="+mn-cs"/>
              </a:rPr>
              <a:t>Professional Achievements</a:t>
            </a:r>
          </a:p>
        </p:txBody>
      </p:sp>
      <p:sp>
        <p:nvSpPr>
          <p:cNvPr id="30" name="Text Placeholder 28">
            <a:extLst>
              <a:ext uri="{FF2B5EF4-FFF2-40B4-BE49-F238E27FC236}">
                <a16:creationId xmlns:a16="http://schemas.microsoft.com/office/drawing/2014/main" id="{350F2CF5-469D-C575-9109-B970FD69F9E5}"/>
              </a:ext>
            </a:extLst>
          </p:cNvPr>
          <p:cNvSpPr>
            <a:spLocks noGrp="1"/>
          </p:cNvSpPr>
          <p:nvPr>
            <p:ph type="body" sz="quarter" idx="31" hasCustomPrompt="1"/>
          </p:nvPr>
        </p:nvSpPr>
        <p:spPr>
          <a:xfrm>
            <a:off x="8116084" y="1542349"/>
            <a:ext cx="3650466" cy="4534601"/>
          </a:xfrm>
        </p:spPr>
        <p:txBody>
          <a:bodyPr/>
          <a:lstStyle>
            <a:lvl1pPr marL="0" indent="0">
              <a:spcAft>
                <a:spcPts val="200"/>
              </a:spcAft>
              <a:buClr>
                <a:schemeClr val="bg1"/>
              </a:buClr>
              <a:buFont typeface="Arial" panose="020B0604020202020204" pitchFamily="34" charset="0"/>
              <a:buNone/>
              <a:defRPr sz="1200">
                <a:solidFill>
                  <a:schemeClr val="accent3"/>
                </a:solidFill>
                <a:latin typeface="+mj-lt"/>
              </a:defRPr>
            </a:lvl1pPr>
            <a:lvl2pPr marL="182880" indent="-182880">
              <a:spcAft>
                <a:spcPts val="200"/>
              </a:spcAft>
              <a:defRPr sz="1200">
                <a:solidFill>
                  <a:schemeClr val="accent3"/>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Company Name 1</a:t>
            </a:r>
          </a:p>
          <a:p>
            <a:pPr lvl="1"/>
            <a:r>
              <a:rPr lang="en-US" noProof="0"/>
              <a:t>Achievement 1</a:t>
            </a:r>
          </a:p>
          <a:p>
            <a:pPr marL="182880" marR="0" lvl="1" indent="-182880" algn="l" defTabSz="914400" rtl="0" eaLnBrk="1" fontAlgn="auto" latinLnBrk="0" hangingPunct="1">
              <a:lnSpc>
                <a:spcPct val="100000"/>
              </a:lnSpc>
              <a:spcBef>
                <a:spcPts val="0"/>
              </a:spcBef>
              <a:spcAft>
                <a:spcPts val="600"/>
              </a:spcAft>
              <a:buClr>
                <a:schemeClr val="accent3"/>
              </a:buClr>
              <a:buSzTx/>
              <a:buFont typeface="Arial" panose="020B0604020202020204" pitchFamily="34" charset="0"/>
              <a:buChar char="•"/>
              <a:tabLst/>
              <a:defRPr/>
            </a:pPr>
            <a:r>
              <a:rPr lang="en-US" noProof="0"/>
              <a:t>Achievement 2</a:t>
            </a:r>
          </a:p>
          <a:p>
            <a:pPr lvl="0"/>
            <a:r>
              <a:rPr lang="en-US" noProof="0"/>
              <a:t>Company Name 2 </a:t>
            </a:r>
          </a:p>
          <a:p>
            <a:pPr lvl="1"/>
            <a:r>
              <a:rPr lang="en-US" noProof="0"/>
              <a:t>Achievement 1</a:t>
            </a:r>
          </a:p>
        </p:txBody>
      </p:sp>
      <p:sp>
        <p:nvSpPr>
          <p:cNvPr id="67" name="Slide Number Placeholder 5">
            <a:extLst>
              <a:ext uri="{FF2B5EF4-FFF2-40B4-BE49-F238E27FC236}">
                <a16:creationId xmlns:a16="http://schemas.microsoft.com/office/drawing/2014/main" id="{54D4718F-C303-5B98-D8FC-8DAA206E604B}"/>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en-US" noProof="0" smtClean="0"/>
              <a:pPr/>
              <a:t>‹#›</a:t>
            </a:fld>
            <a:endParaRPr lang="en-US" noProof="0"/>
          </a:p>
        </p:txBody>
      </p:sp>
      <p:sp>
        <p:nvSpPr>
          <p:cNvPr id="12" name="Picture Placeholder 11">
            <a:extLst>
              <a:ext uri="{FF2B5EF4-FFF2-40B4-BE49-F238E27FC236}">
                <a16:creationId xmlns:a16="http://schemas.microsoft.com/office/drawing/2014/main" id="{FCE3776D-9014-8A4F-0EE5-470C197905CE}"/>
              </a:ext>
              <a:ext uri="{C183D7F6-B498-43B3-948B-1728B52AA6E4}">
                <adec:decorative xmlns:adec="http://schemas.microsoft.com/office/drawing/2017/decorative" val="0"/>
              </a:ext>
            </a:extLst>
          </p:cNvPr>
          <p:cNvSpPr>
            <a:spLocks noGrp="1" noChangeAspect="1"/>
          </p:cNvSpPr>
          <p:nvPr>
            <p:ph type="pic" sz="quarter" idx="53"/>
          </p:nvPr>
        </p:nvSpPr>
        <p:spPr>
          <a:xfrm>
            <a:off x="876001" y="500472"/>
            <a:ext cx="1298448" cy="1298448"/>
          </a:xfrm>
          <a:prstGeom prst="ellipse">
            <a:avLst/>
          </a:prstGeom>
        </p:spPr>
        <p:txBody>
          <a:bodyPr anchor="b"/>
          <a:lstStyle>
            <a:lvl1pPr marL="0" indent="0" algn="ctr">
              <a:buNone/>
              <a:defRPr sz="1200"/>
            </a:lvl1pPr>
          </a:lstStyle>
          <a:p>
            <a:r>
              <a:rPr lang="en-US"/>
              <a:t>Click icon to add picture</a:t>
            </a:r>
          </a:p>
        </p:txBody>
      </p:sp>
    </p:spTree>
    <p:extLst>
      <p:ext uri="{BB962C8B-B14F-4D97-AF65-F5344CB8AC3E}">
        <p14:creationId xmlns:p14="http://schemas.microsoft.com/office/powerpoint/2010/main" val="404010018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Org chart">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DECFFDCD-5DBA-4316-718F-2745EBCA88BF}"/>
              </a:ext>
              <a:ext uri="{C183D7F6-B498-43B3-948B-1728B52AA6E4}">
                <adec:decorative xmlns:adec="http://schemas.microsoft.com/office/drawing/2017/decorative" val="1"/>
              </a:ext>
            </a:extLst>
          </p:cNvPr>
          <p:cNvGrpSpPr/>
          <p:nvPr userDrawn="1"/>
        </p:nvGrpSpPr>
        <p:grpSpPr>
          <a:xfrm>
            <a:off x="433386" y="1670635"/>
            <a:ext cx="11333161" cy="4406313"/>
            <a:chOff x="433386" y="1670635"/>
            <a:chExt cx="11333161" cy="4406313"/>
          </a:xfrm>
        </p:grpSpPr>
        <p:cxnSp>
          <p:nvCxnSpPr>
            <p:cNvPr id="42" name="Straight Connector 41">
              <a:extLst>
                <a:ext uri="{FF2B5EF4-FFF2-40B4-BE49-F238E27FC236}">
                  <a16:creationId xmlns:a16="http://schemas.microsoft.com/office/drawing/2014/main" id="{0A3955EF-1A6D-E65F-5443-7E5D271F7EA5}"/>
                </a:ext>
                <a:ext uri="{C183D7F6-B498-43B3-948B-1728B52AA6E4}">
                  <adec:decorative xmlns:adec="http://schemas.microsoft.com/office/drawing/2017/decorative" val="1"/>
                </a:ext>
              </a:extLst>
            </p:cNvPr>
            <p:cNvCxnSpPr>
              <a:cxnSpLocks/>
            </p:cNvCxnSpPr>
            <p:nvPr userDrawn="1"/>
          </p:nvCxnSpPr>
          <p:spPr>
            <a:xfrm>
              <a:off x="4057651" y="2125895"/>
              <a:ext cx="276646" cy="0"/>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sp>
          <p:nvSpPr>
            <p:cNvPr id="44" name="Rectangle 43">
              <a:extLst>
                <a:ext uri="{FF2B5EF4-FFF2-40B4-BE49-F238E27FC236}">
                  <a16:creationId xmlns:a16="http://schemas.microsoft.com/office/drawing/2014/main" id="{06D415BD-718B-F120-BCD8-4FAB982AAC0F}"/>
                </a:ext>
                <a:ext uri="{C183D7F6-B498-43B3-948B-1728B52AA6E4}">
                  <adec:decorative xmlns:adec="http://schemas.microsoft.com/office/drawing/2017/decorative" val="1"/>
                </a:ext>
              </a:extLst>
            </p:cNvPr>
            <p:cNvSpPr/>
            <p:nvPr userDrawn="1"/>
          </p:nvSpPr>
          <p:spPr>
            <a:xfrm>
              <a:off x="4340144" y="1670635"/>
              <a:ext cx="7426403" cy="4406313"/>
            </a:xfrm>
            <a:prstGeom prst="rect">
              <a:avLst/>
            </a:prstGeom>
            <a:no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1" name="Straight Connector 60">
              <a:extLst>
                <a:ext uri="{FF2B5EF4-FFF2-40B4-BE49-F238E27FC236}">
                  <a16:creationId xmlns:a16="http://schemas.microsoft.com/office/drawing/2014/main" id="{D1581C0F-60B3-0E65-75A7-D2FDAFD894D6}"/>
                </a:ext>
                <a:ext uri="{C183D7F6-B498-43B3-948B-1728B52AA6E4}">
                  <adec:decorative xmlns:adec="http://schemas.microsoft.com/office/drawing/2017/decorative" val="1"/>
                </a:ext>
              </a:extLst>
            </p:cNvPr>
            <p:cNvCxnSpPr>
              <a:cxnSpLocks/>
            </p:cNvCxnSpPr>
            <p:nvPr userDrawn="1"/>
          </p:nvCxnSpPr>
          <p:spPr>
            <a:xfrm>
              <a:off x="4340507" y="2601865"/>
              <a:ext cx="155448" cy="0"/>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21C567F5-77B2-AC97-C110-9B8FB7B6C2A9}"/>
                </a:ext>
                <a:ext uri="{C183D7F6-B498-43B3-948B-1728B52AA6E4}">
                  <adec:decorative xmlns:adec="http://schemas.microsoft.com/office/drawing/2017/decorative" val="1"/>
                </a:ext>
              </a:extLst>
            </p:cNvPr>
            <p:cNvCxnSpPr>
              <a:cxnSpLocks/>
            </p:cNvCxnSpPr>
            <p:nvPr userDrawn="1"/>
          </p:nvCxnSpPr>
          <p:spPr>
            <a:xfrm>
              <a:off x="4340507" y="3572473"/>
              <a:ext cx="155448" cy="0"/>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A85A3E01-2D09-BD45-3E1A-BACBED42AB9E}"/>
                </a:ext>
                <a:ext uri="{C183D7F6-B498-43B3-948B-1728B52AA6E4}">
                  <adec:decorative xmlns:adec="http://schemas.microsoft.com/office/drawing/2017/decorative" val="1"/>
                </a:ext>
              </a:extLst>
            </p:cNvPr>
            <p:cNvCxnSpPr>
              <a:cxnSpLocks/>
            </p:cNvCxnSpPr>
            <p:nvPr userDrawn="1"/>
          </p:nvCxnSpPr>
          <p:spPr>
            <a:xfrm>
              <a:off x="4340507" y="4549589"/>
              <a:ext cx="155448" cy="0"/>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91028D47-4AB5-DFC8-6C77-E7FC1E09EFA1}"/>
                </a:ext>
                <a:ext uri="{C183D7F6-B498-43B3-948B-1728B52AA6E4}">
                  <adec:decorative xmlns:adec="http://schemas.microsoft.com/office/drawing/2017/decorative" val="1"/>
                </a:ext>
              </a:extLst>
            </p:cNvPr>
            <p:cNvCxnSpPr>
              <a:cxnSpLocks/>
            </p:cNvCxnSpPr>
            <p:nvPr userDrawn="1"/>
          </p:nvCxnSpPr>
          <p:spPr>
            <a:xfrm>
              <a:off x="4340507" y="5526705"/>
              <a:ext cx="155448" cy="0"/>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75" name="Connector: Elbow 74">
              <a:extLst>
                <a:ext uri="{FF2B5EF4-FFF2-40B4-BE49-F238E27FC236}">
                  <a16:creationId xmlns:a16="http://schemas.microsoft.com/office/drawing/2014/main" id="{763DA31E-4EC6-9665-B9C6-1FFBBF61B74B}"/>
                </a:ext>
              </a:extLst>
            </p:cNvPr>
            <p:cNvCxnSpPr>
              <a:cxnSpLocks/>
            </p:cNvCxnSpPr>
            <p:nvPr userDrawn="1"/>
          </p:nvCxnSpPr>
          <p:spPr>
            <a:xfrm>
              <a:off x="7830089" y="2601865"/>
              <a:ext cx="465177" cy="0"/>
            </a:xfrm>
            <a:prstGeom prst="straightConnector1">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78" name="Connector: Elbow 74">
              <a:extLst>
                <a:ext uri="{FF2B5EF4-FFF2-40B4-BE49-F238E27FC236}">
                  <a16:creationId xmlns:a16="http://schemas.microsoft.com/office/drawing/2014/main" id="{5070A3AC-2A71-858F-D9F1-A99CE2A9B0D9}"/>
                </a:ext>
              </a:extLst>
            </p:cNvPr>
            <p:cNvCxnSpPr>
              <a:cxnSpLocks/>
              <a:stCxn id="136" idx="3"/>
              <a:endCxn id="149" idx="1"/>
            </p:cNvCxnSpPr>
            <p:nvPr userDrawn="1"/>
          </p:nvCxnSpPr>
          <p:spPr>
            <a:xfrm>
              <a:off x="7830089" y="2601865"/>
              <a:ext cx="465177" cy="970608"/>
            </a:xfrm>
            <a:prstGeom prst="bentConnector3">
              <a:avLst>
                <a:gd name="adj1" fmla="val 50000"/>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81" name="Connector: Elbow 74">
              <a:extLst>
                <a:ext uri="{FF2B5EF4-FFF2-40B4-BE49-F238E27FC236}">
                  <a16:creationId xmlns:a16="http://schemas.microsoft.com/office/drawing/2014/main" id="{3E872E58-1C1B-11A7-BD01-200F2FBF1D61}"/>
                </a:ext>
              </a:extLst>
            </p:cNvPr>
            <p:cNvCxnSpPr>
              <a:cxnSpLocks/>
              <a:stCxn id="136" idx="3"/>
              <a:endCxn id="150" idx="1"/>
            </p:cNvCxnSpPr>
            <p:nvPr userDrawn="1"/>
          </p:nvCxnSpPr>
          <p:spPr>
            <a:xfrm>
              <a:off x="7830089" y="2601865"/>
              <a:ext cx="465177" cy="1947724"/>
            </a:xfrm>
            <a:prstGeom prst="bentConnector3">
              <a:avLst>
                <a:gd name="adj1" fmla="val 50000"/>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84" name="Connector: Elbow 74">
              <a:extLst>
                <a:ext uri="{FF2B5EF4-FFF2-40B4-BE49-F238E27FC236}">
                  <a16:creationId xmlns:a16="http://schemas.microsoft.com/office/drawing/2014/main" id="{B2EF44E4-CB5F-CA89-600B-FE95A1E53D53}"/>
                </a:ext>
              </a:extLst>
            </p:cNvPr>
            <p:cNvCxnSpPr>
              <a:cxnSpLocks/>
              <a:stCxn id="136" idx="3"/>
              <a:endCxn id="151" idx="1"/>
            </p:cNvCxnSpPr>
            <p:nvPr userDrawn="1"/>
          </p:nvCxnSpPr>
          <p:spPr>
            <a:xfrm>
              <a:off x="7830089" y="2601865"/>
              <a:ext cx="465177" cy="2924840"/>
            </a:xfrm>
            <a:prstGeom prst="bentConnector3">
              <a:avLst>
                <a:gd name="adj1" fmla="val 50000"/>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1D5AA8A-A45A-9776-A98C-B4AE24E4F0B4}"/>
                </a:ext>
                <a:ext uri="{C183D7F6-B498-43B3-948B-1728B52AA6E4}">
                  <adec:decorative xmlns:adec="http://schemas.microsoft.com/office/drawing/2017/decorative" val="1"/>
                </a:ext>
              </a:extLst>
            </p:cNvPr>
            <p:cNvCxnSpPr>
              <a:cxnSpLocks/>
            </p:cNvCxnSpPr>
            <p:nvPr userDrawn="1"/>
          </p:nvCxnSpPr>
          <p:spPr>
            <a:xfrm>
              <a:off x="3910527" y="2591227"/>
              <a:ext cx="0" cy="444867"/>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52" name="Rectangle 51">
              <a:extLst>
                <a:ext uri="{FF2B5EF4-FFF2-40B4-BE49-F238E27FC236}">
                  <a16:creationId xmlns:a16="http://schemas.microsoft.com/office/drawing/2014/main" id="{50B8FF83-E3BC-D966-D239-4D784EB2BABC}"/>
                </a:ext>
                <a:ext uri="{C183D7F6-B498-43B3-948B-1728B52AA6E4}">
                  <adec:decorative xmlns:adec="http://schemas.microsoft.com/office/drawing/2017/decorative" val="1"/>
                </a:ext>
              </a:extLst>
            </p:cNvPr>
            <p:cNvSpPr>
              <a:spLocks/>
            </p:cNvSpPr>
            <p:nvPr userDrawn="1"/>
          </p:nvSpPr>
          <p:spPr>
            <a:xfrm>
              <a:off x="433387" y="1670636"/>
              <a:ext cx="3621024" cy="910518"/>
            </a:xfrm>
            <a:prstGeom prst="rect">
              <a:avLst/>
            </a:prstGeom>
            <a:noFill/>
            <a:ln w="190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E33B3B71-8843-CF0E-F8EF-7A1271C4AF30}"/>
                </a:ext>
                <a:ext uri="{C183D7F6-B498-43B3-948B-1728B52AA6E4}">
                  <adec:decorative xmlns:adec="http://schemas.microsoft.com/office/drawing/2017/decorative" val="1"/>
                </a:ext>
              </a:extLst>
            </p:cNvPr>
            <p:cNvSpPr>
              <a:spLocks/>
            </p:cNvSpPr>
            <p:nvPr userDrawn="1"/>
          </p:nvSpPr>
          <p:spPr>
            <a:xfrm>
              <a:off x="433386" y="3032759"/>
              <a:ext cx="3621024" cy="3044189"/>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 name="Straight Connector 28">
              <a:extLst>
                <a:ext uri="{FF2B5EF4-FFF2-40B4-BE49-F238E27FC236}">
                  <a16:creationId xmlns:a16="http://schemas.microsoft.com/office/drawing/2014/main" id="{FC1CFEBA-F1D6-1D2F-A1B7-FDEA54DFE7CE}"/>
                </a:ext>
                <a:ext uri="{C183D7F6-B498-43B3-948B-1728B52AA6E4}">
                  <adec:decorative xmlns:adec="http://schemas.microsoft.com/office/drawing/2017/decorative" val="1"/>
                </a:ext>
              </a:extLst>
            </p:cNvPr>
            <p:cNvCxnSpPr>
              <a:cxnSpLocks/>
            </p:cNvCxnSpPr>
            <p:nvPr userDrawn="1"/>
          </p:nvCxnSpPr>
          <p:spPr>
            <a:xfrm>
              <a:off x="433388" y="3572473"/>
              <a:ext cx="157162"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804F7F1-57CD-71DB-4415-A4D688CE5315}"/>
                </a:ext>
                <a:ext uri="{C183D7F6-B498-43B3-948B-1728B52AA6E4}">
                  <adec:decorative xmlns:adec="http://schemas.microsoft.com/office/drawing/2017/decorative" val="1"/>
                </a:ext>
              </a:extLst>
            </p:cNvPr>
            <p:cNvCxnSpPr>
              <a:cxnSpLocks/>
            </p:cNvCxnSpPr>
            <p:nvPr userDrawn="1"/>
          </p:nvCxnSpPr>
          <p:spPr>
            <a:xfrm>
              <a:off x="433388" y="4549589"/>
              <a:ext cx="157162"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9AD2112C-999B-0D97-9CB0-EB81090112EB}"/>
                </a:ext>
                <a:ext uri="{C183D7F6-B498-43B3-948B-1728B52AA6E4}">
                  <adec:decorative xmlns:adec="http://schemas.microsoft.com/office/drawing/2017/decorative" val="1"/>
                </a:ext>
              </a:extLst>
            </p:cNvPr>
            <p:cNvCxnSpPr>
              <a:cxnSpLocks/>
            </p:cNvCxnSpPr>
            <p:nvPr userDrawn="1"/>
          </p:nvCxnSpPr>
          <p:spPr>
            <a:xfrm>
              <a:off x="433388" y="5526705"/>
              <a:ext cx="157162"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31" name="Rectangle 130">
              <a:extLst>
                <a:ext uri="{FF2B5EF4-FFF2-40B4-BE49-F238E27FC236}">
                  <a16:creationId xmlns:a16="http://schemas.microsoft.com/office/drawing/2014/main" id="{518C56B5-718A-AC05-D836-5229A01D8ACF}"/>
                </a:ext>
                <a:ext uri="{C183D7F6-B498-43B3-948B-1728B52AA6E4}">
                  <adec:decorative xmlns:adec="http://schemas.microsoft.com/office/drawing/2017/decorative" val="0"/>
                </a:ext>
              </a:extLst>
            </p:cNvPr>
            <p:cNvSpPr/>
            <p:nvPr userDrawn="1"/>
          </p:nvSpPr>
          <p:spPr>
            <a:xfrm>
              <a:off x="590529" y="3138133"/>
              <a:ext cx="3333771" cy="868680"/>
            </a:xfrm>
            <a:prstGeom prst="rect">
              <a:avLst/>
            </a:prstGeom>
            <a:noFill/>
            <a:ln w="63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Rectangle 131">
              <a:extLst>
                <a:ext uri="{FF2B5EF4-FFF2-40B4-BE49-F238E27FC236}">
                  <a16:creationId xmlns:a16="http://schemas.microsoft.com/office/drawing/2014/main" id="{BA4F066E-E4DC-64F0-0ECA-224686E5F720}"/>
                </a:ext>
              </a:extLst>
            </p:cNvPr>
            <p:cNvSpPr/>
            <p:nvPr userDrawn="1"/>
          </p:nvSpPr>
          <p:spPr>
            <a:xfrm>
              <a:off x="590529" y="4115249"/>
              <a:ext cx="3333771" cy="868680"/>
            </a:xfrm>
            <a:prstGeom prst="rect">
              <a:avLst/>
            </a:prstGeom>
            <a:noFill/>
            <a:ln w="63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Rectangle 132">
              <a:extLst>
                <a:ext uri="{FF2B5EF4-FFF2-40B4-BE49-F238E27FC236}">
                  <a16:creationId xmlns:a16="http://schemas.microsoft.com/office/drawing/2014/main" id="{B67BB006-7017-5178-6EE4-BB29EFC5AE69}"/>
                </a:ext>
              </a:extLst>
            </p:cNvPr>
            <p:cNvSpPr/>
            <p:nvPr userDrawn="1"/>
          </p:nvSpPr>
          <p:spPr>
            <a:xfrm>
              <a:off x="590529" y="5092365"/>
              <a:ext cx="3333771" cy="868680"/>
            </a:xfrm>
            <a:prstGeom prst="rect">
              <a:avLst/>
            </a:prstGeom>
            <a:noFill/>
            <a:ln w="63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Rectangle 135">
              <a:extLst>
                <a:ext uri="{FF2B5EF4-FFF2-40B4-BE49-F238E27FC236}">
                  <a16:creationId xmlns:a16="http://schemas.microsoft.com/office/drawing/2014/main" id="{1799FEC5-440F-DB9C-4439-820D2DDA7027}"/>
                </a:ext>
              </a:extLst>
            </p:cNvPr>
            <p:cNvSpPr/>
            <p:nvPr userDrawn="1"/>
          </p:nvSpPr>
          <p:spPr>
            <a:xfrm>
              <a:off x="4496318" y="2167525"/>
              <a:ext cx="3333771" cy="868680"/>
            </a:xfrm>
            <a:prstGeom prst="rect">
              <a:avLst/>
            </a:prstGeom>
            <a:noFill/>
            <a:ln w="63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Rectangle 136">
              <a:extLst>
                <a:ext uri="{FF2B5EF4-FFF2-40B4-BE49-F238E27FC236}">
                  <a16:creationId xmlns:a16="http://schemas.microsoft.com/office/drawing/2014/main" id="{568554AA-A886-609B-FE06-DFA1262890D7}"/>
                </a:ext>
              </a:extLst>
            </p:cNvPr>
            <p:cNvSpPr/>
            <p:nvPr userDrawn="1"/>
          </p:nvSpPr>
          <p:spPr>
            <a:xfrm>
              <a:off x="4496318" y="3138133"/>
              <a:ext cx="3333771" cy="868680"/>
            </a:xfrm>
            <a:prstGeom prst="rect">
              <a:avLst/>
            </a:prstGeom>
            <a:noFill/>
            <a:ln w="63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Rectangle 137">
              <a:extLst>
                <a:ext uri="{FF2B5EF4-FFF2-40B4-BE49-F238E27FC236}">
                  <a16:creationId xmlns:a16="http://schemas.microsoft.com/office/drawing/2014/main" id="{22E4FE78-DCAF-9601-3B2B-125348D2DA61}"/>
                </a:ext>
              </a:extLst>
            </p:cNvPr>
            <p:cNvSpPr/>
            <p:nvPr userDrawn="1"/>
          </p:nvSpPr>
          <p:spPr>
            <a:xfrm>
              <a:off x="4496318" y="4115249"/>
              <a:ext cx="3333771" cy="868680"/>
            </a:xfrm>
            <a:prstGeom prst="rect">
              <a:avLst/>
            </a:prstGeom>
            <a:noFill/>
            <a:ln w="63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Rectangle 138">
              <a:extLst>
                <a:ext uri="{FF2B5EF4-FFF2-40B4-BE49-F238E27FC236}">
                  <a16:creationId xmlns:a16="http://schemas.microsoft.com/office/drawing/2014/main" id="{9A180A1D-B2FF-91D8-8348-D241D9D99FC8}"/>
                </a:ext>
              </a:extLst>
            </p:cNvPr>
            <p:cNvSpPr/>
            <p:nvPr userDrawn="1"/>
          </p:nvSpPr>
          <p:spPr>
            <a:xfrm>
              <a:off x="4496318" y="5092365"/>
              <a:ext cx="3333771" cy="868680"/>
            </a:xfrm>
            <a:prstGeom prst="rect">
              <a:avLst/>
            </a:prstGeom>
            <a:noFill/>
            <a:ln w="63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Rectangle 147">
              <a:extLst>
                <a:ext uri="{FF2B5EF4-FFF2-40B4-BE49-F238E27FC236}">
                  <a16:creationId xmlns:a16="http://schemas.microsoft.com/office/drawing/2014/main" id="{941B5E44-D0C0-6307-13C6-34AEAEF9271B}"/>
                </a:ext>
              </a:extLst>
            </p:cNvPr>
            <p:cNvSpPr/>
            <p:nvPr userDrawn="1"/>
          </p:nvSpPr>
          <p:spPr>
            <a:xfrm>
              <a:off x="8295266" y="2167525"/>
              <a:ext cx="3333771" cy="868680"/>
            </a:xfrm>
            <a:prstGeom prst="rect">
              <a:avLst/>
            </a:prstGeom>
            <a:noFill/>
            <a:ln w="63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Rectangle 148">
              <a:extLst>
                <a:ext uri="{FF2B5EF4-FFF2-40B4-BE49-F238E27FC236}">
                  <a16:creationId xmlns:a16="http://schemas.microsoft.com/office/drawing/2014/main" id="{FCDC84B4-BF53-2DB3-2F7C-225A72A926C1}"/>
                </a:ext>
              </a:extLst>
            </p:cNvPr>
            <p:cNvSpPr/>
            <p:nvPr userDrawn="1"/>
          </p:nvSpPr>
          <p:spPr>
            <a:xfrm>
              <a:off x="8295266" y="3138133"/>
              <a:ext cx="3333771" cy="868680"/>
            </a:xfrm>
            <a:prstGeom prst="rect">
              <a:avLst/>
            </a:prstGeom>
            <a:noFill/>
            <a:ln w="63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Rectangle 149">
              <a:extLst>
                <a:ext uri="{FF2B5EF4-FFF2-40B4-BE49-F238E27FC236}">
                  <a16:creationId xmlns:a16="http://schemas.microsoft.com/office/drawing/2014/main" id="{6FC82B9C-3BFC-4FA5-606E-3E06B6613C89}"/>
                </a:ext>
              </a:extLst>
            </p:cNvPr>
            <p:cNvSpPr/>
            <p:nvPr userDrawn="1"/>
          </p:nvSpPr>
          <p:spPr>
            <a:xfrm>
              <a:off x="8295266" y="4115249"/>
              <a:ext cx="3333771" cy="868680"/>
            </a:xfrm>
            <a:prstGeom prst="rect">
              <a:avLst/>
            </a:prstGeom>
            <a:noFill/>
            <a:ln w="63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Rectangle 150">
              <a:extLst>
                <a:ext uri="{FF2B5EF4-FFF2-40B4-BE49-F238E27FC236}">
                  <a16:creationId xmlns:a16="http://schemas.microsoft.com/office/drawing/2014/main" id="{42ECE3CF-7EE8-E288-D6A7-193C21EE3916}"/>
                </a:ext>
              </a:extLst>
            </p:cNvPr>
            <p:cNvSpPr/>
            <p:nvPr userDrawn="1"/>
          </p:nvSpPr>
          <p:spPr>
            <a:xfrm>
              <a:off x="8295266" y="5092365"/>
              <a:ext cx="3333771" cy="868680"/>
            </a:xfrm>
            <a:prstGeom prst="rect">
              <a:avLst/>
            </a:prstGeom>
            <a:noFill/>
            <a:ln w="63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06FB01F8-4569-D994-7D8E-BEBB0E6ACA50}"/>
              </a:ext>
            </a:extLst>
          </p:cNvPr>
          <p:cNvSpPr>
            <a:spLocks noGrp="1"/>
          </p:cNvSpPr>
          <p:nvPr userDrawn="1">
            <p:ph type="title" hasCustomPrompt="1"/>
          </p:nvPr>
        </p:nvSpPr>
        <p:spPr>
          <a:xfrm>
            <a:off x="428624" y="291451"/>
            <a:ext cx="11337925" cy="912315"/>
          </a:xfrm>
        </p:spPr>
        <p:txBody>
          <a:bodyPr/>
          <a:lstStyle>
            <a:lvl1pPr>
              <a:defRPr/>
            </a:lvl1pPr>
          </a:lstStyle>
          <a:p>
            <a:r>
              <a:rPr lang="en-US"/>
              <a:t>Organizational chart</a:t>
            </a:r>
          </a:p>
        </p:txBody>
      </p:sp>
      <p:sp>
        <p:nvSpPr>
          <p:cNvPr id="8" name="Text Placeholder 7">
            <a:extLst>
              <a:ext uri="{FF2B5EF4-FFF2-40B4-BE49-F238E27FC236}">
                <a16:creationId xmlns:a16="http://schemas.microsoft.com/office/drawing/2014/main" id="{871AB7F8-D38E-A19C-99A8-93E4EC3A4F05}"/>
              </a:ext>
            </a:extLst>
          </p:cNvPr>
          <p:cNvSpPr>
            <a:spLocks noGrp="1"/>
          </p:cNvSpPr>
          <p:nvPr userDrawn="1">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7" name="Text Placeholder 6">
            <a:extLst>
              <a:ext uri="{FF2B5EF4-FFF2-40B4-BE49-F238E27FC236}">
                <a16:creationId xmlns:a16="http://schemas.microsoft.com/office/drawing/2014/main" id="{A3EFBEB8-5EC2-43D8-7347-FD1F6E6D4CEE}"/>
              </a:ext>
            </a:extLst>
          </p:cNvPr>
          <p:cNvSpPr>
            <a:spLocks noGrp="1"/>
          </p:cNvSpPr>
          <p:nvPr userDrawn="1">
            <p:ph type="body" sz="quarter" idx="11" hasCustomPrompt="1"/>
          </p:nvPr>
        </p:nvSpPr>
        <p:spPr>
          <a:xfrm>
            <a:off x="428623" y="1323102"/>
            <a:ext cx="3621024" cy="246221"/>
          </a:xfrm>
        </p:spPr>
        <p:txBody>
          <a:bodyPr wrap="none" anchor="ctr">
            <a:noAutofit/>
          </a:bodyPr>
          <a:lstStyle>
            <a:lvl1pPr marL="0" indent="0" algn="l">
              <a:buNone/>
              <a:defRPr sz="1400">
                <a:latin typeface="+mj-lt"/>
              </a:defRPr>
            </a:lvl1pPr>
          </a:lstStyle>
          <a:p>
            <a:pPr lvl="0"/>
            <a:r>
              <a:rPr lang="en-US"/>
              <a:t>Team name</a:t>
            </a:r>
          </a:p>
        </p:txBody>
      </p:sp>
      <p:sp>
        <p:nvSpPr>
          <p:cNvPr id="10" name="Picture Placeholder 9">
            <a:extLst>
              <a:ext uri="{FF2B5EF4-FFF2-40B4-BE49-F238E27FC236}">
                <a16:creationId xmlns:a16="http://schemas.microsoft.com/office/drawing/2014/main" id="{7FB0BDD5-63F4-3E72-BDE3-1523CA581CEF}"/>
              </a:ext>
              <a:ext uri="{C183D7F6-B498-43B3-948B-1728B52AA6E4}">
                <adec:decorative xmlns:adec="http://schemas.microsoft.com/office/drawing/2017/decorative" val="1"/>
              </a:ext>
            </a:extLst>
          </p:cNvPr>
          <p:cNvSpPr>
            <a:spLocks noGrp="1" noChangeAspect="1"/>
          </p:cNvSpPr>
          <p:nvPr userDrawn="1">
            <p:ph type="pic" sz="quarter" idx="12"/>
          </p:nvPr>
        </p:nvSpPr>
        <p:spPr>
          <a:xfrm>
            <a:off x="517923" y="1762159"/>
            <a:ext cx="727472" cy="727472"/>
          </a:xfrm>
          <a:prstGeom prst="ellipse">
            <a:avLst/>
          </a:prstGeom>
        </p:spPr>
        <p:txBody>
          <a:bodyPr anchor="ctr"/>
          <a:lstStyle>
            <a:lvl1pPr marL="0" indent="0" algn="ctr">
              <a:buNone/>
              <a:defRPr sz="900"/>
            </a:lvl1pPr>
          </a:lstStyle>
          <a:p>
            <a:r>
              <a:rPr lang="en-US"/>
              <a:t>Click icon to add picture</a:t>
            </a:r>
          </a:p>
        </p:txBody>
      </p:sp>
      <p:sp>
        <p:nvSpPr>
          <p:cNvPr id="51" name="Text Placeholder 6">
            <a:extLst>
              <a:ext uri="{FF2B5EF4-FFF2-40B4-BE49-F238E27FC236}">
                <a16:creationId xmlns:a16="http://schemas.microsoft.com/office/drawing/2014/main" id="{F07D23FC-F816-2ACD-9BB6-8B4F4A2F773A}"/>
              </a:ext>
            </a:extLst>
          </p:cNvPr>
          <p:cNvSpPr>
            <a:spLocks noGrp="1"/>
          </p:cNvSpPr>
          <p:nvPr userDrawn="1">
            <p:ph type="body" sz="quarter" idx="25" hasCustomPrompt="1"/>
          </p:nvPr>
        </p:nvSpPr>
        <p:spPr>
          <a:xfrm>
            <a:off x="1350229" y="1737275"/>
            <a:ext cx="2596738" cy="777240"/>
          </a:xfrm>
          <a:ln w="19050">
            <a:noFill/>
          </a:ln>
        </p:spPr>
        <p:txBody>
          <a:bodyPr wrap="none" lIns="0" anchor="ctr">
            <a:noAutofit/>
          </a:bodyPr>
          <a:lstStyle>
            <a:lvl1pPr marL="0" indent="0" algn="l">
              <a:spcAft>
                <a:spcPts val="0"/>
              </a:spcAft>
              <a:buNone/>
              <a:defRPr sz="1200">
                <a:latin typeface="+mj-lt"/>
              </a:defRPr>
            </a:lvl1pPr>
            <a:lvl2pPr marL="0" indent="0">
              <a:spcAft>
                <a:spcPts val="0"/>
              </a:spcAft>
              <a:buNone/>
              <a:defRPr sz="1200">
                <a:latin typeface="+mn-lt"/>
              </a:defRPr>
            </a:lvl2pPr>
          </a:lstStyle>
          <a:p>
            <a:pPr lvl="0"/>
            <a:r>
              <a:rPr lang="en-US"/>
              <a:t>Name</a:t>
            </a:r>
          </a:p>
          <a:p>
            <a:pPr lvl="1"/>
            <a:r>
              <a:rPr lang="en-US"/>
              <a:t>Title</a:t>
            </a:r>
          </a:p>
        </p:txBody>
      </p:sp>
      <p:sp>
        <p:nvSpPr>
          <p:cNvPr id="13" name="Text Placeholder 6">
            <a:extLst>
              <a:ext uri="{FF2B5EF4-FFF2-40B4-BE49-F238E27FC236}">
                <a16:creationId xmlns:a16="http://schemas.microsoft.com/office/drawing/2014/main" id="{13F5F348-9BA5-D049-2A97-79B46D552C52}"/>
              </a:ext>
              <a:ext uri="{C183D7F6-B498-43B3-948B-1728B52AA6E4}">
                <adec:decorative xmlns:adec="http://schemas.microsoft.com/office/drawing/2017/decorative" val="0"/>
              </a:ext>
            </a:extLst>
          </p:cNvPr>
          <p:cNvSpPr>
            <a:spLocks noGrp="1"/>
          </p:cNvSpPr>
          <p:nvPr userDrawn="1">
            <p:ph type="body" sz="quarter" idx="14" hasCustomPrompt="1"/>
          </p:nvPr>
        </p:nvSpPr>
        <p:spPr>
          <a:xfrm>
            <a:off x="428623" y="2707712"/>
            <a:ext cx="3383280" cy="246221"/>
          </a:xfrm>
        </p:spPr>
        <p:txBody>
          <a:bodyPr wrap="none" anchor="ctr">
            <a:noAutofit/>
          </a:bodyPr>
          <a:lstStyle>
            <a:lvl1pPr marL="0" indent="0" algn="l">
              <a:buNone/>
              <a:defRPr sz="1400">
                <a:solidFill>
                  <a:schemeClr val="accent1"/>
                </a:solidFill>
                <a:latin typeface="+mj-lt"/>
              </a:defRPr>
            </a:lvl1pPr>
          </a:lstStyle>
          <a:p>
            <a:pPr lvl="0"/>
            <a:r>
              <a:rPr lang="en-US"/>
              <a:t>Team name</a:t>
            </a:r>
          </a:p>
        </p:txBody>
      </p:sp>
      <p:sp>
        <p:nvSpPr>
          <p:cNvPr id="22" name="Picture Placeholder 9">
            <a:extLst>
              <a:ext uri="{FF2B5EF4-FFF2-40B4-BE49-F238E27FC236}">
                <a16:creationId xmlns:a16="http://schemas.microsoft.com/office/drawing/2014/main" id="{40812BA0-53B3-D14C-4335-E16230815AA8}"/>
              </a:ext>
              <a:ext uri="{C183D7F6-B498-43B3-948B-1728B52AA6E4}">
                <adec:decorative xmlns:adec="http://schemas.microsoft.com/office/drawing/2017/decorative" val="1"/>
              </a:ext>
            </a:extLst>
          </p:cNvPr>
          <p:cNvSpPr>
            <a:spLocks noGrp="1" noChangeAspect="1"/>
          </p:cNvSpPr>
          <p:nvPr userDrawn="1">
            <p:ph type="pic" sz="quarter" idx="16"/>
          </p:nvPr>
        </p:nvSpPr>
        <p:spPr>
          <a:xfrm>
            <a:off x="661113" y="3206713"/>
            <a:ext cx="731520" cy="731520"/>
          </a:xfrm>
          <a:prstGeom prst="ellipse">
            <a:avLst/>
          </a:prstGeom>
        </p:spPr>
        <p:txBody>
          <a:bodyPr anchor="ctr"/>
          <a:lstStyle>
            <a:lvl1pPr marL="0" indent="0" algn="ctr">
              <a:buNone/>
              <a:defRPr sz="900"/>
            </a:lvl1pPr>
          </a:lstStyle>
          <a:p>
            <a:r>
              <a:rPr lang="en-US"/>
              <a:t>Click icon to add picture</a:t>
            </a:r>
          </a:p>
        </p:txBody>
      </p:sp>
      <p:sp>
        <p:nvSpPr>
          <p:cNvPr id="20" name="Text Placeholder 6">
            <a:extLst>
              <a:ext uri="{FF2B5EF4-FFF2-40B4-BE49-F238E27FC236}">
                <a16:creationId xmlns:a16="http://schemas.microsoft.com/office/drawing/2014/main" id="{A2FDFADD-09F8-480A-C438-46B841A73F05}"/>
              </a:ext>
            </a:extLst>
          </p:cNvPr>
          <p:cNvSpPr>
            <a:spLocks noGrp="1"/>
          </p:cNvSpPr>
          <p:nvPr userDrawn="1">
            <p:ph type="body" sz="quarter" idx="15" hasCustomPrompt="1"/>
          </p:nvPr>
        </p:nvSpPr>
        <p:spPr>
          <a:xfrm>
            <a:off x="1504287" y="3183853"/>
            <a:ext cx="2331720" cy="777240"/>
          </a:xfrm>
          <a:ln w="19050">
            <a:noFill/>
          </a:ln>
        </p:spPr>
        <p:txBody>
          <a:bodyPr wrap="none" lIns="0" anchor="ctr">
            <a:noAutofit/>
          </a:bodyPr>
          <a:lstStyle>
            <a:lvl1pPr marL="0" indent="0" algn="l">
              <a:spcAft>
                <a:spcPts val="0"/>
              </a:spcAft>
              <a:buNone/>
              <a:defRPr sz="1200">
                <a:latin typeface="+mj-lt"/>
              </a:defRPr>
            </a:lvl1pPr>
            <a:lvl2pPr marL="0" indent="0">
              <a:spcAft>
                <a:spcPts val="0"/>
              </a:spcAft>
              <a:buNone/>
              <a:defRPr sz="1200">
                <a:latin typeface="+mn-lt"/>
              </a:defRPr>
            </a:lvl2pPr>
          </a:lstStyle>
          <a:p>
            <a:pPr lvl="0"/>
            <a:r>
              <a:rPr lang="en-US"/>
              <a:t>Name</a:t>
            </a:r>
          </a:p>
          <a:p>
            <a:pPr lvl="1"/>
            <a:r>
              <a:rPr lang="en-US"/>
              <a:t>Title</a:t>
            </a:r>
          </a:p>
        </p:txBody>
      </p:sp>
      <p:sp>
        <p:nvSpPr>
          <p:cNvPr id="35" name="Picture Placeholder 9">
            <a:extLst>
              <a:ext uri="{FF2B5EF4-FFF2-40B4-BE49-F238E27FC236}">
                <a16:creationId xmlns:a16="http://schemas.microsoft.com/office/drawing/2014/main" id="{81F1C53A-FD91-A166-8127-D11F7959B6BD}"/>
              </a:ext>
              <a:ext uri="{C183D7F6-B498-43B3-948B-1728B52AA6E4}">
                <adec:decorative xmlns:adec="http://schemas.microsoft.com/office/drawing/2017/decorative" val="1"/>
              </a:ext>
            </a:extLst>
          </p:cNvPr>
          <p:cNvSpPr>
            <a:spLocks noGrp="1" noChangeAspect="1"/>
          </p:cNvSpPr>
          <p:nvPr userDrawn="1">
            <p:ph type="pic" sz="quarter" idx="18"/>
          </p:nvPr>
        </p:nvSpPr>
        <p:spPr>
          <a:xfrm>
            <a:off x="661113" y="4183829"/>
            <a:ext cx="731520" cy="731520"/>
          </a:xfrm>
          <a:prstGeom prst="ellipse">
            <a:avLst/>
          </a:prstGeom>
        </p:spPr>
        <p:txBody>
          <a:bodyPr anchor="ctr"/>
          <a:lstStyle>
            <a:lvl1pPr marL="0" indent="0" algn="ctr">
              <a:buNone/>
              <a:defRPr sz="900"/>
            </a:lvl1pPr>
          </a:lstStyle>
          <a:p>
            <a:r>
              <a:rPr lang="en-US"/>
              <a:t>Click icon to add picture</a:t>
            </a:r>
          </a:p>
        </p:txBody>
      </p:sp>
      <p:sp>
        <p:nvSpPr>
          <p:cNvPr id="33" name="Text Placeholder 6">
            <a:extLst>
              <a:ext uri="{FF2B5EF4-FFF2-40B4-BE49-F238E27FC236}">
                <a16:creationId xmlns:a16="http://schemas.microsoft.com/office/drawing/2014/main" id="{165DD077-F6B8-467F-772B-56F5FBA01588}"/>
              </a:ext>
            </a:extLst>
          </p:cNvPr>
          <p:cNvSpPr>
            <a:spLocks noGrp="1"/>
          </p:cNvSpPr>
          <p:nvPr userDrawn="1">
            <p:ph type="body" sz="quarter" idx="17" hasCustomPrompt="1"/>
          </p:nvPr>
        </p:nvSpPr>
        <p:spPr>
          <a:xfrm>
            <a:off x="1504287" y="4160969"/>
            <a:ext cx="2331720" cy="777240"/>
          </a:xfrm>
          <a:ln w="19050">
            <a:noFill/>
          </a:ln>
        </p:spPr>
        <p:txBody>
          <a:bodyPr wrap="none" lIns="0" anchor="ctr">
            <a:noAutofit/>
          </a:bodyPr>
          <a:lstStyle>
            <a:lvl1pPr marL="0" indent="0" algn="l">
              <a:spcAft>
                <a:spcPts val="0"/>
              </a:spcAft>
              <a:buNone/>
              <a:defRPr sz="1200">
                <a:latin typeface="+mj-lt"/>
              </a:defRPr>
            </a:lvl1pPr>
            <a:lvl2pPr marL="0" indent="0">
              <a:spcAft>
                <a:spcPts val="0"/>
              </a:spcAft>
              <a:buNone/>
              <a:defRPr sz="1200">
                <a:latin typeface="+mn-lt"/>
              </a:defRPr>
            </a:lvl2pPr>
          </a:lstStyle>
          <a:p>
            <a:pPr lvl="0"/>
            <a:r>
              <a:rPr lang="en-US"/>
              <a:t>Name</a:t>
            </a:r>
          </a:p>
          <a:p>
            <a:pPr lvl="1"/>
            <a:r>
              <a:rPr lang="en-US"/>
              <a:t>Title</a:t>
            </a:r>
          </a:p>
        </p:txBody>
      </p:sp>
      <p:sp>
        <p:nvSpPr>
          <p:cNvPr id="39" name="Picture Placeholder 9">
            <a:extLst>
              <a:ext uri="{FF2B5EF4-FFF2-40B4-BE49-F238E27FC236}">
                <a16:creationId xmlns:a16="http://schemas.microsoft.com/office/drawing/2014/main" id="{EC7738B5-50FD-A42F-1BCF-CF7340F10CDD}"/>
              </a:ext>
              <a:ext uri="{C183D7F6-B498-43B3-948B-1728B52AA6E4}">
                <adec:decorative xmlns:adec="http://schemas.microsoft.com/office/drawing/2017/decorative" val="1"/>
              </a:ext>
            </a:extLst>
          </p:cNvPr>
          <p:cNvSpPr>
            <a:spLocks noGrp="1" noChangeAspect="1"/>
          </p:cNvSpPr>
          <p:nvPr userDrawn="1">
            <p:ph type="pic" sz="quarter" idx="20"/>
          </p:nvPr>
        </p:nvSpPr>
        <p:spPr>
          <a:xfrm>
            <a:off x="661113" y="5160945"/>
            <a:ext cx="731520" cy="731520"/>
          </a:xfrm>
          <a:prstGeom prst="ellipse">
            <a:avLst/>
          </a:prstGeom>
        </p:spPr>
        <p:txBody>
          <a:bodyPr anchor="ctr"/>
          <a:lstStyle>
            <a:lvl1pPr marL="0" indent="0" algn="ctr">
              <a:buNone/>
              <a:defRPr sz="900"/>
            </a:lvl1pPr>
          </a:lstStyle>
          <a:p>
            <a:r>
              <a:rPr lang="en-US"/>
              <a:t>Click icon to add picture</a:t>
            </a:r>
          </a:p>
        </p:txBody>
      </p:sp>
      <p:sp>
        <p:nvSpPr>
          <p:cNvPr id="37" name="Text Placeholder 6">
            <a:extLst>
              <a:ext uri="{FF2B5EF4-FFF2-40B4-BE49-F238E27FC236}">
                <a16:creationId xmlns:a16="http://schemas.microsoft.com/office/drawing/2014/main" id="{9AFAAB85-366F-512B-302A-D3D97931D8F9}"/>
              </a:ext>
            </a:extLst>
          </p:cNvPr>
          <p:cNvSpPr>
            <a:spLocks noGrp="1"/>
          </p:cNvSpPr>
          <p:nvPr userDrawn="1">
            <p:ph type="body" sz="quarter" idx="19" hasCustomPrompt="1"/>
          </p:nvPr>
        </p:nvSpPr>
        <p:spPr>
          <a:xfrm>
            <a:off x="1504287" y="5138085"/>
            <a:ext cx="2331720" cy="777240"/>
          </a:xfrm>
          <a:ln w="19050">
            <a:noFill/>
          </a:ln>
        </p:spPr>
        <p:txBody>
          <a:bodyPr wrap="none" lIns="0" anchor="ctr">
            <a:noAutofit/>
          </a:bodyPr>
          <a:lstStyle>
            <a:lvl1pPr marL="0" indent="0" algn="l">
              <a:spcAft>
                <a:spcPts val="0"/>
              </a:spcAft>
              <a:buNone/>
              <a:defRPr sz="1200">
                <a:latin typeface="+mj-lt"/>
              </a:defRPr>
            </a:lvl1pPr>
            <a:lvl2pPr marL="0" indent="0">
              <a:spcAft>
                <a:spcPts val="0"/>
              </a:spcAft>
              <a:buNone/>
              <a:defRPr sz="1200">
                <a:latin typeface="+mn-lt"/>
              </a:defRPr>
            </a:lvl2pPr>
          </a:lstStyle>
          <a:p>
            <a:pPr lvl="0"/>
            <a:r>
              <a:rPr lang="en-US"/>
              <a:t>Name</a:t>
            </a:r>
          </a:p>
          <a:p>
            <a:pPr lvl="1"/>
            <a:r>
              <a:rPr lang="en-US"/>
              <a:t>Title</a:t>
            </a:r>
          </a:p>
        </p:txBody>
      </p:sp>
      <p:sp>
        <p:nvSpPr>
          <p:cNvPr id="41" name="Text Placeholder 6">
            <a:extLst>
              <a:ext uri="{FF2B5EF4-FFF2-40B4-BE49-F238E27FC236}">
                <a16:creationId xmlns:a16="http://schemas.microsoft.com/office/drawing/2014/main" id="{A4016C55-BC90-5C30-11A9-6B337DAC0A93}"/>
              </a:ext>
            </a:extLst>
          </p:cNvPr>
          <p:cNvSpPr>
            <a:spLocks noGrp="1"/>
          </p:cNvSpPr>
          <p:nvPr userDrawn="1">
            <p:ph type="body" sz="quarter" idx="21" hasCustomPrompt="1"/>
          </p:nvPr>
        </p:nvSpPr>
        <p:spPr>
          <a:xfrm>
            <a:off x="4340144" y="1323102"/>
            <a:ext cx="7426406" cy="246221"/>
          </a:xfrm>
        </p:spPr>
        <p:txBody>
          <a:bodyPr wrap="none" anchor="ctr">
            <a:noAutofit/>
          </a:bodyPr>
          <a:lstStyle>
            <a:lvl1pPr marL="0" indent="0" algn="l">
              <a:buNone/>
              <a:defRPr sz="1400">
                <a:solidFill>
                  <a:schemeClr val="accent4"/>
                </a:solidFill>
                <a:latin typeface="+mj-lt"/>
              </a:defRPr>
            </a:lvl1pPr>
          </a:lstStyle>
          <a:p>
            <a:pPr lvl="0"/>
            <a:r>
              <a:rPr lang="en-US"/>
              <a:t>Team name</a:t>
            </a:r>
          </a:p>
        </p:txBody>
      </p:sp>
      <p:sp>
        <p:nvSpPr>
          <p:cNvPr id="46" name="Text Placeholder 6">
            <a:extLst>
              <a:ext uri="{FF2B5EF4-FFF2-40B4-BE49-F238E27FC236}">
                <a16:creationId xmlns:a16="http://schemas.microsoft.com/office/drawing/2014/main" id="{44858C65-06DA-B4A7-4A89-1473891D5680}"/>
              </a:ext>
            </a:extLst>
          </p:cNvPr>
          <p:cNvSpPr>
            <a:spLocks noGrp="1"/>
          </p:cNvSpPr>
          <p:nvPr userDrawn="1">
            <p:ph type="body" sz="quarter" idx="22" hasCustomPrompt="1"/>
          </p:nvPr>
        </p:nvSpPr>
        <p:spPr>
          <a:xfrm>
            <a:off x="4496318" y="1797665"/>
            <a:ext cx="3337560" cy="246221"/>
          </a:xfrm>
        </p:spPr>
        <p:txBody>
          <a:bodyPr wrap="none" anchor="ctr">
            <a:noAutofit/>
          </a:bodyPr>
          <a:lstStyle>
            <a:lvl1pPr marL="0" indent="0" algn="l">
              <a:buNone/>
              <a:defRPr sz="1200">
                <a:solidFill>
                  <a:schemeClr val="accent3"/>
                </a:solidFill>
                <a:latin typeface="+mj-lt"/>
              </a:defRPr>
            </a:lvl1pPr>
          </a:lstStyle>
          <a:p>
            <a:pPr lvl="0"/>
            <a:r>
              <a:rPr lang="en-US"/>
              <a:t>Sub-team name</a:t>
            </a:r>
          </a:p>
        </p:txBody>
      </p:sp>
      <p:sp>
        <p:nvSpPr>
          <p:cNvPr id="48" name="Picture Placeholder 9">
            <a:extLst>
              <a:ext uri="{FF2B5EF4-FFF2-40B4-BE49-F238E27FC236}">
                <a16:creationId xmlns:a16="http://schemas.microsoft.com/office/drawing/2014/main" id="{EB5AC177-7EE2-FFFB-6431-6F1ABCAE2643}"/>
              </a:ext>
              <a:ext uri="{C183D7F6-B498-43B3-948B-1728B52AA6E4}">
                <adec:decorative xmlns:adec="http://schemas.microsoft.com/office/drawing/2017/decorative" val="1"/>
              </a:ext>
            </a:extLst>
          </p:cNvPr>
          <p:cNvSpPr>
            <a:spLocks noGrp="1" noChangeAspect="1"/>
          </p:cNvSpPr>
          <p:nvPr userDrawn="1">
            <p:ph type="pic" sz="quarter" idx="23"/>
          </p:nvPr>
        </p:nvSpPr>
        <p:spPr>
          <a:xfrm>
            <a:off x="4567755" y="2236105"/>
            <a:ext cx="731520" cy="731520"/>
          </a:xfrm>
          <a:prstGeom prst="ellipse">
            <a:avLst/>
          </a:prstGeom>
        </p:spPr>
        <p:txBody>
          <a:bodyPr anchor="ctr"/>
          <a:lstStyle>
            <a:lvl1pPr marL="0" indent="0" algn="ctr">
              <a:buNone/>
              <a:defRPr sz="900"/>
            </a:lvl1pPr>
          </a:lstStyle>
          <a:p>
            <a:r>
              <a:rPr lang="en-US"/>
              <a:t>Click icon to add picture</a:t>
            </a:r>
          </a:p>
        </p:txBody>
      </p:sp>
      <p:sp>
        <p:nvSpPr>
          <p:cNvPr id="49" name="Text Placeholder 6">
            <a:extLst>
              <a:ext uri="{FF2B5EF4-FFF2-40B4-BE49-F238E27FC236}">
                <a16:creationId xmlns:a16="http://schemas.microsoft.com/office/drawing/2014/main" id="{EFDAB5F1-0CF9-8ACE-C9BE-23C0A19EC334}"/>
              </a:ext>
            </a:extLst>
          </p:cNvPr>
          <p:cNvSpPr>
            <a:spLocks noGrp="1"/>
          </p:cNvSpPr>
          <p:nvPr userDrawn="1">
            <p:ph type="body" sz="quarter" idx="24" hasCustomPrompt="1"/>
          </p:nvPr>
        </p:nvSpPr>
        <p:spPr>
          <a:xfrm>
            <a:off x="5424711" y="2213245"/>
            <a:ext cx="2331720" cy="777240"/>
          </a:xfrm>
          <a:ln w="19050">
            <a:noFill/>
          </a:ln>
        </p:spPr>
        <p:txBody>
          <a:bodyPr wrap="none" lIns="0" anchor="ctr">
            <a:noAutofit/>
          </a:bodyPr>
          <a:lstStyle>
            <a:lvl1pPr marL="0" indent="0" algn="l">
              <a:spcAft>
                <a:spcPts val="0"/>
              </a:spcAft>
              <a:buNone/>
              <a:defRPr sz="1200">
                <a:latin typeface="+mj-lt"/>
              </a:defRPr>
            </a:lvl1pPr>
            <a:lvl2pPr marL="0" indent="0">
              <a:spcAft>
                <a:spcPts val="0"/>
              </a:spcAft>
              <a:buNone/>
              <a:defRPr sz="1200">
                <a:latin typeface="+mn-lt"/>
              </a:defRPr>
            </a:lvl2pPr>
          </a:lstStyle>
          <a:p>
            <a:pPr lvl="0"/>
            <a:r>
              <a:rPr lang="en-US"/>
              <a:t>Name</a:t>
            </a:r>
          </a:p>
          <a:p>
            <a:pPr lvl="1"/>
            <a:r>
              <a:rPr lang="en-US"/>
              <a:t>Title</a:t>
            </a:r>
          </a:p>
        </p:txBody>
      </p:sp>
      <p:sp>
        <p:nvSpPr>
          <p:cNvPr id="54" name="Picture Placeholder 9">
            <a:extLst>
              <a:ext uri="{FF2B5EF4-FFF2-40B4-BE49-F238E27FC236}">
                <a16:creationId xmlns:a16="http://schemas.microsoft.com/office/drawing/2014/main" id="{3C63F2F2-F2AE-9A78-12BC-69037BFEEE8D}"/>
              </a:ext>
              <a:ext uri="{C183D7F6-B498-43B3-948B-1728B52AA6E4}">
                <adec:decorative xmlns:adec="http://schemas.microsoft.com/office/drawing/2017/decorative" val="1"/>
              </a:ext>
            </a:extLst>
          </p:cNvPr>
          <p:cNvSpPr>
            <a:spLocks noGrp="1" noChangeAspect="1"/>
          </p:cNvSpPr>
          <p:nvPr userDrawn="1">
            <p:ph type="pic" sz="quarter" idx="26"/>
          </p:nvPr>
        </p:nvSpPr>
        <p:spPr>
          <a:xfrm>
            <a:off x="4567755" y="3206713"/>
            <a:ext cx="731520" cy="731520"/>
          </a:xfrm>
          <a:prstGeom prst="ellipse">
            <a:avLst/>
          </a:prstGeom>
        </p:spPr>
        <p:txBody>
          <a:bodyPr anchor="ctr"/>
          <a:lstStyle>
            <a:lvl1pPr marL="0" indent="0" algn="ctr">
              <a:buNone/>
              <a:defRPr sz="900"/>
            </a:lvl1pPr>
          </a:lstStyle>
          <a:p>
            <a:r>
              <a:rPr lang="en-US"/>
              <a:t>Click icon to add picture</a:t>
            </a:r>
          </a:p>
        </p:txBody>
      </p:sp>
      <p:sp>
        <p:nvSpPr>
          <p:cNvPr id="55" name="Text Placeholder 6">
            <a:extLst>
              <a:ext uri="{FF2B5EF4-FFF2-40B4-BE49-F238E27FC236}">
                <a16:creationId xmlns:a16="http://schemas.microsoft.com/office/drawing/2014/main" id="{DC3AE717-2F15-1481-2D99-88141D30BCAF}"/>
              </a:ext>
            </a:extLst>
          </p:cNvPr>
          <p:cNvSpPr>
            <a:spLocks noGrp="1"/>
          </p:cNvSpPr>
          <p:nvPr userDrawn="1">
            <p:ph type="body" sz="quarter" idx="27" hasCustomPrompt="1"/>
          </p:nvPr>
        </p:nvSpPr>
        <p:spPr>
          <a:xfrm>
            <a:off x="5424711" y="3183853"/>
            <a:ext cx="2331720" cy="777240"/>
          </a:xfrm>
          <a:ln w="19050">
            <a:noFill/>
          </a:ln>
        </p:spPr>
        <p:txBody>
          <a:bodyPr wrap="none" lIns="0" anchor="ctr">
            <a:noAutofit/>
          </a:bodyPr>
          <a:lstStyle>
            <a:lvl1pPr marL="0" indent="0" algn="l">
              <a:spcAft>
                <a:spcPts val="0"/>
              </a:spcAft>
              <a:buNone/>
              <a:defRPr sz="1200">
                <a:latin typeface="+mj-lt"/>
              </a:defRPr>
            </a:lvl1pPr>
            <a:lvl2pPr marL="0" indent="0">
              <a:spcAft>
                <a:spcPts val="0"/>
              </a:spcAft>
              <a:buNone/>
              <a:defRPr sz="1200">
                <a:latin typeface="+mn-lt"/>
              </a:defRPr>
            </a:lvl2pPr>
          </a:lstStyle>
          <a:p>
            <a:pPr lvl="0"/>
            <a:r>
              <a:rPr lang="en-US"/>
              <a:t>Name</a:t>
            </a:r>
          </a:p>
          <a:p>
            <a:pPr lvl="1"/>
            <a:r>
              <a:rPr lang="en-US"/>
              <a:t>Title</a:t>
            </a:r>
          </a:p>
        </p:txBody>
      </p:sp>
      <p:sp>
        <p:nvSpPr>
          <p:cNvPr id="56" name="Picture Placeholder 9">
            <a:extLst>
              <a:ext uri="{FF2B5EF4-FFF2-40B4-BE49-F238E27FC236}">
                <a16:creationId xmlns:a16="http://schemas.microsoft.com/office/drawing/2014/main" id="{F862E2C9-2BEE-E10B-6297-44CC739C1D2F}"/>
              </a:ext>
              <a:ext uri="{C183D7F6-B498-43B3-948B-1728B52AA6E4}">
                <adec:decorative xmlns:adec="http://schemas.microsoft.com/office/drawing/2017/decorative" val="1"/>
              </a:ext>
            </a:extLst>
          </p:cNvPr>
          <p:cNvSpPr>
            <a:spLocks noGrp="1" noChangeAspect="1"/>
          </p:cNvSpPr>
          <p:nvPr userDrawn="1">
            <p:ph type="pic" sz="quarter" idx="28"/>
          </p:nvPr>
        </p:nvSpPr>
        <p:spPr>
          <a:xfrm>
            <a:off x="4567755" y="4183829"/>
            <a:ext cx="731520" cy="731520"/>
          </a:xfrm>
          <a:prstGeom prst="ellipse">
            <a:avLst/>
          </a:prstGeom>
        </p:spPr>
        <p:txBody>
          <a:bodyPr anchor="ctr"/>
          <a:lstStyle>
            <a:lvl1pPr marL="0" indent="0" algn="ctr">
              <a:buNone/>
              <a:defRPr sz="900"/>
            </a:lvl1pPr>
          </a:lstStyle>
          <a:p>
            <a:r>
              <a:rPr lang="en-US"/>
              <a:t>Click icon to add picture</a:t>
            </a:r>
          </a:p>
        </p:txBody>
      </p:sp>
      <p:sp>
        <p:nvSpPr>
          <p:cNvPr id="57" name="Text Placeholder 6">
            <a:extLst>
              <a:ext uri="{FF2B5EF4-FFF2-40B4-BE49-F238E27FC236}">
                <a16:creationId xmlns:a16="http://schemas.microsoft.com/office/drawing/2014/main" id="{4BEB9F4A-751F-EF43-E9CE-48E503B05601}"/>
              </a:ext>
            </a:extLst>
          </p:cNvPr>
          <p:cNvSpPr>
            <a:spLocks noGrp="1"/>
          </p:cNvSpPr>
          <p:nvPr userDrawn="1">
            <p:ph type="body" sz="quarter" idx="29" hasCustomPrompt="1"/>
          </p:nvPr>
        </p:nvSpPr>
        <p:spPr>
          <a:xfrm>
            <a:off x="5424711" y="4160969"/>
            <a:ext cx="2331720" cy="777240"/>
          </a:xfrm>
          <a:ln w="19050">
            <a:noFill/>
          </a:ln>
        </p:spPr>
        <p:txBody>
          <a:bodyPr wrap="none" lIns="0" anchor="ctr">
            <a:noAutofit/>
          </a:bodyPr>
          <a:lstStyle>
            <a:lvl1pPr marL="0" indent="0" algn="l">
              <a:spcAft>
                <a:spcPts val="0"/>
              </a:spcAft>
              <a:buNone/>
              <a:defRPr sz="1200">
                <a:latin typeface="+mj-lt"/>
              </a:defRPr>
            </a:lvl1pPr>
            <a:lvl2pPr marL="0" indent="0">
              <a:spcAft>
                <a:spcPts val="0"/>
              </a:spcAft>
              <a:buNone/>
              <a:defRPr sz="1200">
                <a:latin typeface="+mn-lt"/>
              </a:defRPr>
            </a:lvl2pPr>
          </a:lstStyle>
          <a:p>
            <a:pPr lvl="0"/>
            <a:r>
              <a:rPr lang="en-US"/>
              <a:t>Name</a:t>
            </a:r>
          </a:p>
          <a:p>
            <a:pPr lvl="1"/>
            <a:r>
              <a:rPr lang="en-US"/>
              <a:t>Title</a:t>
            </a:r>
          </a:p>
        </p:txBody>
      </p:sp>
      <p:sp>
        <p:nvSpPr>
          <p:cNvPr id="58" name="Picture Placeholder 9">
            <a:extLst>
              <a:ext uri="{FF2B5EF4-FFF2-40B4-BE49-F238E27FC236}">
                <a16:creationId xmlns:a16="http://schemas.microsoft.com/office/drawing/2014/main" id="{594C80DB-2D50-A87B-2ED2-09183D49DD58}"/>
              </a:ext>
              <a:ext uri="{C183D7F6-B498-43B3-948B-1728B52AA6E4}">
                <adec:decorative xmlns:adec="http://schemas.microsoft.com/office/drawing/2017/decorative" val="1"/>
              </a:ext>
            </a:extLst>
          </p:cNvPr>
          <p:cNvSpPr>
            <a:spLocks noGrp="1" noChangeAspect="1"/>
          </p:cNvSpPr>
          <p:nvPr userDrawn="1">
            <p:ph type="pic" sz="quarter" idx="30"/>
          </p:nvPr>
        </p:nvSpPr>
        <p:spPr>
          <a:xfrm>
            <a:off x="4567755" y="5160945"/>
            <a:ext cx="731520" cy="731520"/>
          </a:xfrm>
          <a:prstGeom prst="ellipse">
            <a:avLst/>
          </a:prstGeom>
        </p:spPr>
        <p:txBody>
          <a:bodyPr anchor="ctr"/>
          <a:lstStyle>
            <a:lvl1pPr marL="0" indent="0" algn="ctr">
              <a:buNone/>
              <a:defRPr sz="900"/>
            </a:lvl1pPr>
          </a:lstStyle>
          <a:p>
            <a:r>
              <a:rPr lang="en-US"/>
              <a:t>Click icon to add picture</a:t>
            </a:r>
          </a:p>
        </p:txBody>
      </p:sp>
      <p:sp>
        <p:nvSpPr>
          <p:cNvPr id="59" name="Text Placeholder 6">
            <a:extLst>
              <a:ext uri="{FF2B5EF4-FFF2-40B4-BE49-F238E27FC236}">
                <a16:creationId xmlns:a16="http://schemas.microsoft.com/office/drawing/2014/main" id="{52FB666B-C90C-9842-4D5D-A7CBEDDCBA19}"/>
              </a:ext>
            </a:extLst>
          </p:cNvPr>
          <p:cNvSpPr>
            <a:spLocks noGrp="1"/>
          </p:cNvSpPr>
          <p:nvPr userDrawn="1">
            <p:ph type="body" sz="quarter" idx="31" hasCustomPrompt="1"/>
          </p:nvPr>
        </p:nvSpPr>
        <p:spPr>
          <a:xfrm>
            <a:off x="5424711" y="5138085"/>
            <a:ext cx="2331720" cy="777240"/>
          </a:xfrm>
          <a:ln w="19050">
            <a:noFill/>
          </a:ln>
        </p:spPr>
        <p:txBody>
          <a:bodyPr wrap="none" lIns="0" anchor="ctr">
            <a:noAutofit/>
          </a:bodyPr>
          <a:lstStyle>
            <a:lvl1pPr marL="0" indent="0" algn="l">
              <a:spcAft>
                <a:spcPts val="0"/>
              </a:spcAft>
              <a:buNone/>
              <a:defRPr sz="1200">
                <a:latin typeface="+mj-lt"/>
              </a:defRPr>
            </a:lvl1pPr>
            <a:lvl2pPr marL="0" indent="0">
              <a:spcAft>
                <a:spcPts val="0"/>
              </a:spcAft>
              <a:buNone/>
              <a:defRPr sz="1200">
                <a:latin typeface="+mn-lt"/>
              </a:defRPr>
            </a:lvl2pPr>
          </a:lstStyle>
          <a:p>
            <a:pPr lvl="0"/>
            <a:r>
              <a:rPr lang="en-US"/>
              <a:t>Name</a:t>
            </a:r>
          </a:p>
          <a:p>
            <a:pPr lvl="1"/>
            <a:r>
              <a:rPr lang="en-US"/>
              <a:t>Title</a:t>
            </a:r>
          </a:p>
        </p:txBody>
      </p:sp>
      <p:sp>
        <p:nvSpPr>
          <p:cNvPr id="112" name="Text Placeholder 6">
            <a:extLst>
              <a:ext uri="{FF2B5EF4-FFF2-40B4-BE49-F238E27FC236}">
                <a16:creationId xmlns:a16="http://schemas.microsoft.com/office/drawing/2014/main" id="{A17170B6-51B8-B4DB-4902-7E77055393DA}"/>
              </a:ext>
            </a:extLst>
          </p:cNvPr>
          <p:cNvSpPr>
            <a:spLocks noGrp="1"/>
          </p:cNvSpPr>
          <p:nvPr userDrawn="1">
            <p:ph type="body" sz="quarter" idx="40" hasCustomPrompt="1"/>
          </p:nvPr>
        </p:nvSpPr>
        <p:spPr>
          <a:xfrm>
            <a:off x="8295266" y="1797665"/>
            <a:ext cx="3337560" cy="246221"/>
          </a:xfrm>
        </p:spPr>
        <p:txBody>
          <a:bodyPr wrap="none" anchor="ctr">
            <a:noAutofit/>
          </a:bodyPr>
          <a:lstStyle>
            <a:lvl1pPr marL="0" indent="0" algn="l">
              <a:buNone/>
              <a:defRPr sz="1200">
                <a:solidFill>
                  <a:schemeClr val="accent3"/>
                </a:solidFill>
                <a:latin typeface="+mj-lt"/>
              </a:defRPr>
            </a:lvl1pPr>
          </a:lstStyle>
          <a:p>
            <a:pPr lvl="0"/>
            <a:r>
              <a:rPr lang="en-US"/>
              <a:t>Sub-team name</a:t>
            </a:r>
          </a:p>
        </p:txBody>
      </p:sp>
      <p:sp>
        <p:nvSpPr>
          <p:cNvPr id="66" name="Picture Placeholder 9">
            <a:extLst>
              <a:ext uri="{FF2B5EF4-FFF2-40B4-BE49-F238E27FC236}">
                <a16:creationId xmlns:a16="http://schemas.microsoft.com/office/drawing/2014/main" id="{CD8C94D3-25E6-AC72-C43C-EC84DBCF21C3}"/>
              </a:ext>
              <a:ext uri="{C183D7F6-B498-43B3-948B-1728B52AA6E4}">
                <adec:decorative xmlns:adec="http://schemas.microsoft.com/office/drawing/2017/decorative" val="1"/>
              </a:ext>
            </a:extLst>
          </p:cNvPr>
          <p:cNvSpPr>
            <a:spLocks noGrp="1" noChangeAspect="1"/>
          </p:cNvSpPr>
          <p:nvPr userDrawn="1">
            <p:ph type="pic" sz="quarter" idx="32"/>
          </p:nvPr>
        </p:nvSpPr>
        <p:spPr>
          <a:xfrm>
            <a:off x="8385680" y="2236105"/>
            <a:ext cx="731520" cy="731520"/>
          </a:xfrm>
          <a:prstGeom prst="ellipse">
            <a:avLst/>
          </a:prstGeom>
        </p:spPr>
        <p:txBody>
          <a:bodyPr anchor="ctr"/>
          <a:lstStyle>
            <a:lvl1pPr marL="0" indent="0" algn="ctr">
              <a:buNone/>
              <a:defRPr sz="900"/>
            </a:lvl1pPr>
          </a:lstStyle>
          <a:p>
            <a:r>
              <a:rPr lang="en-US"/>
              <a:t>Click icon to add picture</a:t>
            </a:r>
          </a:p>
        </p:txBody>
      </p:sp>
      <p:sp>
        <p:nvSpPr>
          <p:cNvPr id="67" name="Text Placeholder 6">
            <a:extLst>
              <a:ext uri="{FF2B5EF4-FFF2-40B4-BE49-F238E27FC236}">
                <a16:creationId xmlns:a16="http://schemas.microsoft.com/office/drawing/2014/main" id="{EC9D4DBF-905D-9298-2F8B-17D02F713EB0}"/>
              </a:ext>
            </a:extLst>
          </p:cNvPr>
          <p:cNvSpPr>
            <a:spLocks noGrp="1"/>
          </p:cNvSpPr>
          <p:nvPr userDrawn="1">
            <p:ph type="body" sz="quarter" idx="33" hasCustomPrompt="1"/>
          </p:nvPr>
        </p:nvSpPr>
        <p:spPr>
          <a:xfrm>
            <a:off x="9242636" y="2213245"/>
            <a:ext cx="2331720" cy="777240"/>
          </a:xfrm>
          <a:ln w="19050">
            <a:noFill/>
          </a:ln>
        </p:spPr>
        <p:txBody>
          <a:bodyPr wrap="none" lIns="0" anchor="ctr">
            <a:noAutofit/>
          </a:bodyPr>
          <a:lstStyle>
            <a:lvl1pPr marL="0" indent="0" algn="l">
              <a:spcAft>
                <a:spcPts val="0"/>
              </a:spcAft>
              <a:buNone/>
              <a:defRPr sz="1200">
                <a:latin typeface="+mj-lt"/>
              </a:defRPr>
            </a:lvl1pPr>
            <a:lvl2pPr marL="0" indent="0">
              <a:spcAft>
                <a:spcPts val="0"/>
              </a:spcAft>
              <a:buNone/>
              <a:defRPr sz="1200">
                <a:latin typeface="+mn-lt"/>
              </a:defRPr>
            </a:lvl2pPr>
          </a:lstStyle>
          <a:p>
            <a:pPr lvl="0"/>
            <a:r>
              <a:rPr lang="en-US"/>
              <a:t>Name</a:t>
            </a:r>
          </a:p>
          <a:p>
            <a:pPr lvl="1"/>
            <a:r>
              <a:rPr lang="en-US"/>
              <a:t>Title</a:t>
            </a:r>
          </a:p>
        </p:txBody>
      </p:sp>
      <p:sp>
        <p:nvSpPr>
          <p:cNvPr id="68" name="Picture Placeholder 9">
            <a:extLst>
              <a:ext uri="{FF2B5EF4-FFF2-40B4-BE49-F238E27FC236}">
                <a16:creationId xmlns:a16="http://schemas.microsoft.com/office/drawing/2014/main" id="{D8A0B903-445A-04D2-9051-997BD4B78284}"/>
              </a:ext>
              <a:ext uri="{C183D7F6-B498-43B3-948B-1728B52AA6E4}">
                <adec:decorative xmlns:adec="http://schemas.microsoft.com/office/drawing/2017/decorative" val="1"/>
              </a:ext>
            </a:extLst>
          </p:cNvPr>
          <p:cNvSpPr>
            <a:spLocks noGrp="1" noChangeAspect="1"/>
          </p:cNvSpPr>
          <p:nvPr userDrawn="1">
            <p:ph type="pic" sz="quarter" idx="34"/>
          </p:nvPr>
        </p:nvSpPr>
        <p:spPr>
          <a:xfrm>
            <a:off x="8385680" y="3206713"/>
            <a:ext cx="731520" cy="731520"/>
          </a:xfrm>
          <a:prstGeom prst="ellipse">
            <a:avLst/>
          </a:prstGeom>
        </p:spPr>
        <p:txBody>
          <a:bodyPr anchor="ctr"/>
          <a:lstStyle>
            <a:lvl1pPr marL="0" indent="0" algn="ctr">
              <a:buNone/>
              <a:defRPr sz="900"/>
            </a:lvl1pPr>
          </a:lstStyle>
          <a:p>
            <a:r>
              <a:rPr lang="en-US"/>
              <a:t>Click icon to add picture</a:t>
            </a:r>
          </a:p>
        </p:txBody>
      </p:sp>
      <p:sp>
        <p:nvSpPr>
          <p:cNvPr id="69" name="Text Placeholder 6">
            <a:extLst>
              <a:ext uri="{FF2B5EF4-FFF2-40B4-BE49-F238E27FC236}">
                <a16:creationId xmlns:a16="http://schemas.microsoft.com/office/drawing/2014/main" id="{82AABC4F-DA0D-1B6C-F10D-7912F3E22EA7}"/>
              </a:ext>
            </a:extLst>
          </p:cNvPr>
          <p:cNvSpPr>
            <a:spLocks noGrp="1"/>
          </p:cNvSpPr>
          <p:nvPr userDrawn="1">
            <p:ph type="body" sz="quarter" idx="35" hasCustomPrompt="1"/>
          </p:nvPr>
        </p:nvSpPr>
        <p:spPr>
          <a:xfrm>
            <a:off x="9242636" y="3183853"/>
            <a:ext cx="2331720" cy="777240"/>
          </a:xfrm>
          <a:ln w="19050">
            <a:noFill/>
          </a:ln>
        </p:spPr>
        <p:txBody>
          <a:bodyPr wrap="none" lIns="0" anchor="ctr">
            <a:noAutofit/>
          </a:bodyPr>
          <a:lstStyle>
            <a:lvl1pPr marL="0" indent="0" algn="l">
              <a:spcAft>
                <a:spcPts val="0"/>
              </a:spcAft>
              <a:buNone/>
              <a:defRPr sz="1200">
                <a:latin typeface="+mj-lt"/>
              </a:defRPr>
            </a:lvl1pPr>
            <a:lvl2pPr marL="0" indent="0">
              <a:spcAft>
                <a:spcPts val="0"/>
              </a:spcAft>
              <a:buNone/>
              <a:defRPr sz="1200">
                <a:latin typeface="+mn-lt"/>
              </a:defRPr>
            </a:lvl2pPr>
          </a:lstStyle>
          <a:p>
            <a:pPr lvl="0"/>
            <a:r>
              <a:rPr lang="en-US"/>
              <a:t>Name</a:t>
            </a:r>
          </a:p>
          <a:p>
            <a:pPr lvl="1"/>
            <a:r>
              <a:rPr lang="en-US"/>
              <a:t>Title</a:t>
            </a:r>
          </a:p>
        </p:txBody>
      </p:sp>
      <p:sp>
        <p:nvSpPr>
          <p:cNvPr id="70" name="Picture Placeholder 9">
            <a:extLst>
              <a:ext uri="{FF2B5EF4-FFF2-40B4-BE49-F238E27FC236}">
                <a16:creationId xmlns:a16="http://schemas.microsoft.com/office/drawing/2014/main" id="{AE20F12B-3F12-CE55-A442-7C33547A74D3}"/>
              </a:ext>
              <a:ext uri="{C183D7F6-B498-43B3-948B-1728B52AA6E4}">
                <adec:decorative xmlns:adec="http://schemas.microsoft.com/office/drawing/2017/decorative" val="1"/>
              </a:ext>
            </a:extLst>
          </p:cNvPr>
          <p:cNvSpPr>
            <a:spLocks noGrp="1" noChangeAspect="1"/>
          </p:cNvSpPr>
          <p:nvPr userDrawn="1">
            <p:ph type="pic" sz="quarter" idx="36"/>
          </p:nvPr>
        </p:nvSpPr>
        <p:spPr>
          <a:xfrm>
            <a:off x="8385680" y="4183829"/>
            <a:ext cx="731520" cy="731520"/>
          </a:xfrm>
          <a:prstGeom prst="ellipse">
            <a:avLst/>
          </a:prstGeom>
        </p:spPr>
        <p:txBody>
          <a:bodyPr anchor="ctr"/>
          <a:lstStyle>
            <a:lvl1pPr marL="0" indent="0" algn="ctr">
              <a:buNone/>
              <a:defRPr sz="900"/>
            </a:lvl1pPr>
          </a:lstStyle>
          <a:p>
            <a:r>
              <a:rPr lang="en-US"/>
              <a:t>Click icon to add picture</a:t>
            </a:r>
          </a:p>
        </p:txBody>
      </p:sp>
      <p:sp>
        <p:nvSpPr>
          <p:cNvPr id="71" name="Text Placeholder 6">
            <a:extLst>
              <a:ext uri="{FF2B5EF4-FFF2-40B4-BE49-F238E27FC236}">
                <a16:creationId xmlns:a16="http://schemas.microsoft.com/office/drawing/2014/main" id="{94BDEC68-8B99-777A-CEDA-84311C5BB236}"/>
              </a:ext>
            </a:extLst>
          </p:cNvPr>
          <p:cNvSpPr>
            <a:spLocks noGrp="1"/>
          </p:cNvSpPr>
          <p:nvPr userDrawn="1">
            <p:ph type="body" sz="quarter" idx="37" hasCustomPrompt="1"/>
          </p:nvPr>
        </p:nvSpPr>
        <p:spPr>
          <a:xfrm>
            <a:off x="9242636" y="4160969"/>
            <a:ext cx="2331720" cy="777240"/>
          </a:xfrm>
          <a:ln w="19050">
            <a:noFill/>
          </a:ln>
        </p:spPr>
        <p:txBody>
          <a:bodyPr wrap="none" lIns="0" anchor="ctr">
            <a:noAutofit/>
          </a:bodyPr>
          <a:lstStyle>
            <a:lvl1pPr marL="0" indent="0" algn="l">
              <a:spcAft>
                <a:spcPts val="0"/>
              </a:spcAft>
              <a:buNone/>
              <a:defRPr sz="1200">
                <a:latin typeface="+mj-lt"/>
              </a:defRPr>
            </a:lvl1pPr>
            <a:lvl2pPr marL="0" indent="0">
              <a:spcAft>
                <a:spcPts val="0"/>
              </a:spcAft>
              <a:buNone/>
              <a:defRPr sz="1200">
                <a:latin typeface="+mn-lt"/>
              </a:defRPr>
            </a:lvl2pPr>
          </a:lstStyle>
          <a:p>
            <a:pPr lvl="0"/>
            <a:r>
              <a:rPr lang="en-US"/>
              <a:t>Name</a:t>
            </a:r>
          </a:p>
          <a:p>
            <a:pPr lvl="1"/>
            <a:r>
              <a:rPr lang="en-US"/>
              <a:t>Title</a:t>
            </a:r>
          </a:p>
        </p:txBody>
      </p:sp>
      <p:sp>
        <p:nvSpPr>
          <p:cNvPr id="72" name="Picture Placeholder 9">
            <a:extLst>
              <a:ext uri="{FF2B5EF4-FFF2-40B4-BE49-F238E27FC236}">
                <a16:creationId xmlns:a16="http://schemas.microsoft.com/office/drawing/2014/main" id="{A8339BD8-8A5D-A7E3-3FA9-9B8F33AF6880}"/>
              </a:ext>
              <a:ext uri="{C183D7F6-B498-43B3-948B-1728B52AA6E4}">
                <adec:decorative xmlns:adec="http://schemas.microsoft.com/office/drawing/2017/decorative" val="1"/>
              </a:ext>
            </a:extLst>
          </p:cNvPr>
          <p:cNvSpPr>
            <a:spLocks noGrp="1" noChangeAspect="1"/>
          </p:cNvSpPr>
          <p:nvPr userDrawn="1">
            <p:ph type="pic" sz="quarter" idx="38"/>
          </p:nvPr>
        </p:nvSpPr>
        <p:spPr>
          <a:xfrm>
            <a:off x="8385680" y="5160945"/>
            <a:ext cx="731520" cy="731520"/>
          </a:xfrm>
          <a:prstGeom prst="ellipse">
            <a:avLst/>
          </a:prstGeom>
        </p:spPr>
        <p:txBody>
          <a:bodyPr anchor="ctr"/>
          <a:lstStyle>
            <a:lvl1pPr marL="0" indent="0" algn="ctr">
              <a:buNone/>
              <a:defRPr sz="900"/>
            </a:lvl1pPr>
          </a:lstStyle>
          <a:p>
            <a:r>
              <a:rPr lang="en-US"/>
              <a:t>Click icon to add picture</a:t>
            </a:r>
          </a:p>
        </p:txBody>
      </p:sp>
      <p:sp>
        <p:nvSpPr>
          <p:cNvPr id="73" name="Text Placeholder 6">
            <a:extLst>
              <a:ext uri="{FF2B5EF4-FFF2-40B4-BE49-F238E27FC236}">
                <a16:creationId xmlns:a16="http://schemas.microsoft.com/office/drawing/2014/main" id="{91A2C454-6D2E-AEEA-3CC4-F6D6F4EBA57B}"/>
              </a:ext>
            </a:extLst>
          </p:cNvPr>
          <p:cNvSpPr>
            <a:spLocks noGrp="1"/>
          </p:cNvSpPr>
          <p:nvPr userDrawn="1">
            <p:ph type="body" sz="quarter" idx="39" hasCustomPrompt="1"/>
          </p:nvPr>
        </p:nvSpPr>
        <p:spPr>
          <a:xfrm>
            <a:off x="9242636" y="5138085"/>
            <a:ext cx="2331720" cy="777240"/>
          </a:xfrm>
          <a:ln w="19050">
            <a:noFill/>
          </a:ln>
        </p:spPr>
        <p:txBody>
          <a:bodyPr wrap="none" lIns="0" anchor="ctr">
            <a:noAutofit/>
          </a:bodyPr>
          <a:lstStyle>
            <a:lvl1pPr marL="0" indent="0" algn="l">
              <a:spcAft>
                <a:spcPts val="0"/>
              </a:spcAft>
              <a:buNone/>
              <a:defRPr sz="1200">
                <a:latin typeface="+mj-lt"/>
              </a:defRPr>
            </a:lvl1pPr>
            <a:lvl2pPr marL="0" indent="0">
              <a:spcAft>
                <a:spcPts val="0"/>
              </a:spcAft>
              <a:buNone/>
              <a:defRPr sz="1200">
                <a:latin typeface="+mn-lt"/>
              </a:defRPr>
            </a:lvl2pPr>
          </a:lstStyle>
          <a:p>
            <a:pPr lvl="0"/>
            <a:r>
              <a:rPr lang="en-US"/>
              <a:t>Name</a:t>
            </a:r>
          </a:p>
          <a:p>
            <a:pPr lvl="1"/>
            <a:r>
              <a:rPr lang="en-US"/>
              <a:t>Title</a:t>
            </a:r>
          </a:p>
        </p:txBody>
      </p:sp>
      <p:sp>
        <p:nvSpPr>
          <p:cNvPr id="5" name="Slide Number Placeholder 5">
            <a:extLst>
              <a:ext uri="{FF2B5EF4-FFF2-40B4-BE49-F238E27FC236}">
                <a16:creationId xmlns:a16="http://schemas.microsoft.com/office/drawing/2014/main" id="{E7BCF086-E0BB-3B67-3C11-E0716AC53D0A}"/>
              </a:ext>
            </a:extLst>
          </p:cNvPr>
          <p:cNvSpPr>
            <a:spLocks noGrp="1"/>
          </p:cNvSpPr>
          <p:nvPr userDrawn="1">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191083013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Chapter 1">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9F1980C0-6A48-0964-29D9-8CE2BAC63544}"/>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334000" y="0"/>
            <a:ext cx="6858000" cy="6858000"/>
          </a:xfrm>
          <a:prstGeom prst="rect">
            <a:avLst/>
          </a:prstGeom>
        </p:spPr>
      </p:pic>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390098" y="389618"/>
            <a:ext cx="1376980" cy="1477328"/>
          </a:xfrm>
        </p:spPr>
        <p:txBody>
          <a:bodyPr/>
          <a:lstStyle>
            <a:lvl1pPr>
              <a:spcAft>
                <a:spcPts val="300"/>
              </a:spcAft>
              <a:defRPr lang="en-US" sz="9600" kern="1200" dirty="0">
                <a:solidFill>
                  <a:schemeClr val="accent3"/>
                </a:solidFill>
                <a:latin typeface="+mj-lt"/>
                <a:ea typeface="+mn-ea"/>
                <a:cs typeface="+mn-cs"/>
              </a:defRPr>
            </a:lvl1pPr>
          </a:lstStyle>
          <a:p>
            <a:r>
              <a:rPr lang="en-US"/>
              <a:t>01</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1786976" y="1866946"/>
            <a:ext cx="7094047" cy="1929683"/>
          </a:xfrm>
        </p:spPr>
        <p:txBody>
          <a:bodyPr/>
          <a:lstStyle>
            <a:lvl1pPr marL="0" indent="0">
              <a:buNone/>
              <a:defRPr sz="5400">
                <a:solidFill>
                  <a:schemeClr val="accent3"/>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Chapter title</a:t>
            </a:r>
            <a:br>
              <a:rPr lang="en-US"/>
            </a:br>
            <a:r>
              <a:rPr lang="en-US"/>
              <a:t>two lines</a:t>
            </a:r>
          </a:p>
        </p:txBody>
      </p:sp>
      <p:sp>
        <p:nvSpPr>
          <p:cNvPr id="7" name="Graphique 10">
            <a:extLst>
              <a:ext uri="{FF2B5EF4-FFF2-40B4-BE49-F238E27FC236}">
                <a16:creationId xmlns:a16="http://schemas.microsoft.com/office/drawing/2014/main" id="{5AE5FC5D-9FC3-FFFD-D4D3-5589BB12B008}"/>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accent1"/>
          </a:solidFill>
          <a:ln w="5690" cap="flat">
            <a:noFill/>
            <a:prstDash val="solid"/>
            <a:miter/>
          </a:ln>
        </p:spPr>
        <p:txBody>
          <a:bodyPr rtlCol="0" anchor="ctr"/>
          <a:lstStyle/>
          <a:p>
            <a:endParaRPr lang="fr-FR"/>
          </a:p>
        </p:txBody>
      </p:sp>
    </p:spTree>
    <p:extLst>
      <p:ext uri="{BB962C8B-B14F-4D97-AF65-F5344CB8AC3E}">
        <p14:creationId xmlns:p14="http://schemas.microsoft.com/office/powerpoint/2010/main" val="5004574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Chapter 2">
    <p:bg>
      <p:bgPr>
        <a:solidFill>
          <a:schemeClr val="accent2"/>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9F1980C0-6A48-0964-29D9-8CE2BAC63544}"/>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334000" y="0"/>
            <a:ext cx="6858000" cy="6858000"/>
          </a:xfrm>
          <a:prstGeom prst="rect">
            <a:avLst/>
          </a:prstGeom>
        </p:spPr>
      </p:pic>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390098" y="389618"/>
            <a:ext cx="1581912" cy="1477328"/>
          </a:xfrm>
        </p:spPr>
        <p:txBody>
          <a:bodyPr/>
          <a:lstStyle>
            <a:lvl1pPr>
              <a:spcAft>
                <a:spcPts val="300"/>
              </a:spcAft>
              <a:defRPr lang="en-US" sz="9600" kern="1200" dirty="0">
                <a:solidFill>
                  <a:schemeClr val="accent3"/>
                </a:solidFill>
                <a:latin typeface="+mj-lt"/>
                <a:ea typeface="+mn-ea"/>
                <a:cs typeface="+mn-cs"/>
              </a:defRPr>
            </a:lvl1pPr>
          </a:lstStyle>
          <a:p>
            <a:r>
              <a:rPr lang="en-US"/>
              <a:t>02</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1786976" y="1866946"/>
            <a:ext cx="7094047" cy="1929683"/>
          </a:xfrm>
        </p:spPr>
        <p:txBody>
          <a:bodyPr/>
          <a:lstStyle>
            <a:lvl1pPr marL="0" indent="0">
              <a:buNone/>
              <a:defRPr sz="5400">
                <a:solidFill>
                  <a:schemeClr val="accent3"/>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Chapter title</a:t>
            </a:r>
            <a:br>
              <a:rPr lang="en-US"/>
            </a:br>
            <a:r>
              <a:rPr lang="en-US"/>
              <a:t>two lines</a:t>
            </a:r>
          </a:p>
        </p:txBody>
      </p:sp>
      <p:sp>
        <p:nvSpPr>
          <p:cNvPr id="7" name="Graphique 10">
            <a:extLst>
              <a:ext uri="{FF2B5EF4-FFF2-40B4-BE49-F238E27FC236}">
                <a16:creationId xmlns:a16="http://schemas.microsoft.com/office/drawing/2014/main" id="{5AE5FC5D-9FC3-FFFD-D4D3-5589BB12B008}"/>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pic>
        <p:nvPicPr>
          <p:cNvPr id="2" name="Image 1" descr="Une image contenant texte, capture d’écran, Police, Bleu électrique&#10;&#10;Le contenu généré par l’IA peut être incorrect.">
            <a:extLst>
              <a:ext uri="{FF2B5EF4-FFF2-40B4-BE49-F238E27FC236}">
                <a16:creationId xmlns:a16="http://schemas.microsoft.com/office/drawing/2014/main" id="{9D6B90B9-6A76-3788-9371-19822F5BA218}"/>
              </a:ext>
            </a:extLst>
          </p:cNvPr>
          <p:cNvPicPr>
            <a:picLocks noChangeAspect="1"/>
          </p:cNvPicPr>
          <p:nvPr userDrawn="1"/>
        </p:nvPicPr>
        <p:blipFill>
          <a:blip r:embed="rId3">
            <a:clrChange>
              <a:clrFrom>
                <a:srgbClr val="243783"/>
              </a:clrFrom>
              <a:clrTo>
                <a:srgbClr val="243783">
                  <a:alpha val="0"/>
                </a:srgbClr>
              </a:clrTo>
            </a:clrChange>
            <a:extLst>
              <a:ext uri="{28A0092B-C50C-407E-A947-70E740481C1C}">
                <a14:useLocalDpi xmlns:a14="http://schemas.microsoft.com/office/drawing/2010/main" val="0"/>
              </a:ext>
            </a:extLst>
          </a:blip>
          <a:srcRect l="3140" t="35710" r="3106" b="33449"/>
          <a:stretch>
            <a:fillRect/>
          </a:stretch>
        </p:blipFill>
        <p:spPr>
          <a:xfrm>
            <a:off x="8849056" y="6209968"/>
            <a:ext cx="1919615" cy="446470"/>
          </a:xfrm>
          <a:prstGeom prst="rect">
            <a:avLst/>
          </a:prstGeom>
        </p:spPr>
      </p:pic>
    </p:spTree>
    <p:extLst>
      <p:ext uri="{BB962C8B-B14F-4D97-AF65-F5344CB8AC3E}">
        <p14:creationId xmlns:p14="http://schemas.microsoft.com/office/powerpoint/2010/main" val="332425910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Chapter 3">
    <p:bg>
      <p:bgPr>
        <a:solidFill>
          <a:schemeClr val="accent1"/>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9F1980C0-6A48-0964-29D9-8CE2BAC63544}"/>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334000" y="0"/>
            <a:ext cx="6858000" cy="6858000"/>
          </a:xfrm>
          <a:prstGeom prst="rect">
            <a:avLst/>
          </a:prstGeom>
        </p:spPr>
      </p:pic>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390098" y="389618"/>
            <a:ext cx="1581912" cy="1477328"/>
          </a:xfrm>
        </p:spPr>
        <p:txBody>
          <a:bodyPr/>
          <a:lstStyle>
            <a:lvl1pPr>
              <a:spcAft>
                <a:spcPts val="300"/>
              </a:spcAft>
              <a:defRPr lang="en-US" sz="9600" kern="1200" dirty="0">
                <a:solidFill>
                  <a:schemeClr val="bg1"/>
                </a:solidFill>
                <a:latin typeface="+mj-lt"/>
                <a:ea typeface="+mn-ea"/>
                <a:cs typeface="+mn-cs"/>
              </a:defRPr>
            </a:lvl1pPr>
          </a:lstStyle>
          <a:p>
            <a:r>
              <a:rPr lang="en-US"/>
              <a:t>03</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1786976" y="1866946"/>
            <a:ext cx="7094047" cy="1929683"/>
          </a:xfrm>
        </p:spPr>
        <p:txBody>
          <a:bodyPr/>
          <a:lstStyle>
            <a:lvl1pPr marL="0" indent="0">
              <a:buNone/>
              <a:defRPr sz="5400">
                <a:solidFill>
                  <a:schemeClr val="bg1"/>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Chapter title</a:t>
            </a:r>
            <a:br>
              <a:rPr lang="en-US"/>
            </a:br>
            <a:r>
              <a:rPr lang="en-US"/>
              <a:t>two lines</a:t>
            </a:r>
          </a:p>
        </p:txBody>
      </p:sp>
      <p:sp>
        <p:nvSpPr>
          <p:cNvPr id="7" name="Graphique 10">
            <a:extLst>
              <a:ext uri="{FF2B5EF4-FFF2-40B4-BE49-F238E27FC236}">
                <a16:creationId xmlns:a16="http://schemas.microsoft.com/office/drawing/2014/main" id="{5AE5FC5D-9FC3-FFFD-D4D3-5589BB12B008}"/>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pic>
        <p:nvPicPr>
          <p:cNvPr id="2" name="Image 1" descr="Une image contenant texte, capture d’écran, Police, Bleu électrique&#10;&#10;Le contenu généré par l’IA peut être incorrect.">
            <a:extLst>
              <a:ext uri="{FF2B5EF4-FFF2-40B4-BE49-F238E27FC236}">
                <a16:creationId xmlns:a16="http://schemas.microsoft.com/office/drawing/2014/main" id="{A3A7350B-E2FE-D1F9-CF21-B47CA2AFB374}"/>
              </a:ext>
            </a:extLst>
          </p:cNvPr>
          <p:cNvPicPr>
            <a:picLocks noChangeAspect="1"/>
          </p:cNvPicPr>
          <p:nvPr userDrawn="1"/>
        </p:nvPicPr>
        <p:blipFill>
          <a:blip r:embed="rId3">
            <a:clrChange>
              <a:clrFrom>
                <a:srgbClr val="243783"/>
              </a:clrFrom>
              <a:clrTo>
                <a:srgbClr val="243783">
                  <a:alpha val="0"/>
                </a:srgbClr>
              </a:clrTo>
            </a:clrChange>
            <a:extLst>
              <a:ext uri="{28A0092B-C50C-407E-A947-70E740481C1C}">
                <a14:useLocalDpi xmlns:a14="http://schemas.microsoft.com/office/drawing/2010/main" val="0"/>
              </a:ext>
            </a:extLst>
          </a:blip>
          <a:srcRect l="3140" t="35710" r="3106" b="33449"/>
          <a:stretch>
            <a:fillRect/>
          </a:stretch>
        </p:blipFill>
        <p:spPr>
          <a:xfrm>
            <a:off x="8849056" y="6209968"/>
            <a:ext cx="1919615" cy="446470"/>
          </a:xfrm>
          <a:prstGeom prst="rect">
            <a:avLst/>
          </a:prstGeom>
        </p:spPr>
      </p:pic>
    </p:spTree>
    <p:extLst>
      <p:ext uri="{BB962C8B-B14F-4D97-AF65-F5344CB8AC3E}">
        <p14:creationId xmlns:p14="http://schemas.microsoft.com/office/powerpoint/2010/main" val="160394430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Chapter 4">
    <p:bg>
      <p:bgPr>
        <a:solidFill>
          <a:schemeClr val="accent3"/>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9F1980C0-6A48-0964-29D9-8CE2BAC63544}"/>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334000" y="0"/>
            <a:ext cx="6858000" cy="6858000"/>
          </a:xfrm>
          <a:prstGeom prst="rect">
            <a:avLst/>
          </a:prstGeom>
        </p:spPr>
      </p:pic>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390098" y="389618"/>
            <a:ext cx="1618488" cy="1477328"/>
          </a:xfrm>
        </p:spPr>
        <p:txBody>
          <a:bodyPr/>
          <a:lstStyle>
            <a:lvl1pPr>
              <a:spcAft>
                <a:spcPts val="300"/>
              </a:spcAft>
              <a:defRPr lang="en-US" sz="9600" kern="1200" dirty="0">
                <a:solidFill>
                  <a:schemeClr val="bg1"/>
                </a:solidFill>
                <a:latin typeface="+mj-lt"/>
                <a:ea typeface="+mn-ea"/>
                <a:cs typeface="+mn-cs"/>
              </a:defRPr>
            </a:lvl1pPr>
          </a:lstStyle>
          <a:p>
            <a:r>
              <a:rPr lang="en-US"/>
              <a:t>04</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1786976" y="1866946"/>
            <a:ext cx="7094047" cy="1929683"/>
          </a:xfrm>
        </p:spPr>
        <p:txBody>
          <a:bodyPr/>
          <a:lstStyle>
            <a:lvl1pPr marL="0" indent="0">
              <a:buNone/>
              <a:defRPr sz="5400">
                <a:solidFill>
                  <a:schemeClr val="bg1"/>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Chapter title</a:t>
            </a:r>
            <a:br>
              <a:rPr lang="en-US"/>
            </a:br>
            <a:r>
              <a:rPr lang="en-US"/>
              <a:t>two lines</a:t>
            </a:r>
          </a:p>
        </p:txBody>
      </p:sp>
      <p:sp>
        <p:nvSpPr>
          <p:cNvPr id="7" name="Graphique 10">
            <a:extLst>
              <a:ext uri="{FF2B5EF4-FFF2-40B4-BE49-F238E27FC236}">
                <a16:creationId xmlns:a16="http://schemas.microsoft.com/office/drawing/2014/main" id="{5AE5FC5D-9FC3-FFFD-D4D3-5589BB12B008}"/>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pic>
        <p:nvPicPr>
          <p:cNvPr id="3" name="Image 2" descr="Une image contenant texte, capture d’écran, Police, Bleu électrique&#10;&#10;Le contenu généré par l’IA peut être incorrect.">
            <a:extLst>
              <a:ext uri="{FF2B5EF4-FFF2-40B4-BE49-F238E27FC236}">
                <a16:creationId xmlns:a16="http://schemas.microsoft.com/office/drawing/2014/main" id="{E1B34D2D-832E-142F-E341-169B9898C868}"/>
              </a:ext>
            </a:extLst>
          </p:cNvPr>
          <p:cNvPicPr>
            <a:picLocks noChangeAspect="1"/>
          </p:cNvPicPr>
          <p:nvPr userDrawn="1"/>
        </p:nvPicPr>
        <p:blipFill>
          <a:blip r:embed="rId3">
            <a:clrChange>
              <a:clrFrom>
                <a:srgbClr val="243783"/>
              </a:clrFrom>
              <a:clrTo>
                <a:srgbClr val="243783">
                  <a:alpha val="0"/>
                </a:srgbClr>
              </a:clrTo>
            </a:clrChange>
            <a:extLst>
              <a:ext uri="{28A0092B-C50C-407E-A947-70E740481C1C}">
                <a14:useLocalDpi xmlns:a14="http://schemas.microsoft.com/office/drawing/2010/main" val="0"/>
              </a:ext>
            </a:extLst>
          </a:blip>
          <a:srcRect l="3140" t="35710" r="3106" b="33449"/>
          <a:stretch>
            <a:fillRect/>
          </a:stretch>
        </p:blipFill>
        <p:spPr>
          <a:xfrm>
            <a:off x="8849056" y="6209968"/>
            <a:ext cx="1919615" cy="446470"/>
          </a:xfrm>
          <a:prstGeom prst="rect">
            <a:avLst/>
          </a:prstGeom>
        </p:spPr>
      </p:pic>
    </p:spTree>
    <p:extLst>
      <p:ext uri="{BB962C8B-B14F-4D97-AF65-F5344CB8AC3E}">
        <p14:creationId xmlns:p14="http://schemas.microsoft.com/office/powerpoint/2010/main" val="255635615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Chapter 5">
    <p:spTree>
      <p:nvGrpSpPr>
        <p:cNvPr id="1" name=""/>
        <p:cNvGrpSpPr/>
        <p:nvPr/>
      </p:nvGrpSpPr>
      <p:grpSpPr>
        <a:xfrm>
          <a:off x="0" y="0"/>
          <a:ext cx="0" cy="0"/>
          <a:chOff x="0" y="0"/>
          <a:chExt cx="0" cy="0"/>
        </a:xfrm>
      </p:grpSpPr>
      <p:sp>
        <p:nvSpPr>
          <p:cNvPr id="10" name="Title 4">
            <a:extLst>
              <a:ext uri="{FF2B5EF4-FFF2-40B4-BE49-F238E27FC236}">
                <a16:creationId xmlns:a16="http://schemas.microsoft.com/office/drawing/2014/main" id="{A9E4E46B-8E80-22D6-A4AA-962991575ACA}"/>
              </a:ext>
              <a:ext uri="{C183D7F6-B498-43B3-948B-1728B52AA6E4}">
                <adec:decorative xmlns:adec="http://schemas.microsoft.com/office/drawing/2017/decorative" val="0"/>
              </a:ext>
            </a:extLst>
          </p:cNvPr>
          <p:cNvSpPr>
            <a:spLocks noGrp="1"/>
          </p:cNvSpPr>
          <p:nvPr>
            <p:ph type="title" hasCustomPrompt="1"/>
          </p:nvPr>
        </p:nvSpPr>
        <p:spPr>
          <a:xfrm>
            <a:off x="390098" y="389618"/>
            <a:ext cx="1572768" cy="1477328"/>
          </a:xfrm>
        </p:spPr>
        <p:txBody>
          <a:bodyPr/>
          <a:lstStyle>
            <a:lvl1pPr>
              <a:spcAft>
                <a:spcPts val="300"/>
              </a:spcAft>
              <a:defRPr lang="en-US" sz="9600" kern="1200" dirty="0">
                <a:solidFill>
                  <a:schemeClr val="accent3"/>
                </a:solidFill>
                <a:latin typeface="+mj-lt"/>
                <a:ea typeface="+mn-ea"/>
                <a:cs typeface="+mn-cs"/>
              </a:defRPr>
            </a:lvl1pPr>
          </a:lstStyle>
          <a:p>
            <a:r>
              <a:rPr lang="en-US"/>
              <a:t>05</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6528122" y="2669997"/>
            <a:ext cx="5239512" cy="1929683"/>
          </a:xfrm>
        </p:spPr>
        <p:txBody>
          <a:bodyPr/>
          <a:lstStyle>
            <a:lvl1pPr marL="0" indent="0">
              <a:buNone/>
              <a:defRPr sz="5400">
                <a:solidFill>
                  <a:schemeClr val="accent3"/>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Chapter title</a:t>
            </a:r>
            <a:br>
              <a:rPr lang="en-US"/>
            </a:br>
            <a:r>
              <a:rPr lang="en-US"/>
              <a:t>two lines</a:t>
            </a:r>
          </a:p>
        </p:txBody>
      </p:sp>
      <p:sp>
        <p:nvSpPr>
          <p:cNvPr id="7" name="Graphique 10">
            <a:extLst>
              <a:ext uri="{FF2B5EF4-FFF2-40B4-BE49-F238E27FC236}">
                <a16:creationId xmlns:a16="http://schemas.microsoft.com/office/drawing/2014/main" id="{5AE5FC5D-9FC3-FFFD-D4D3-5589BB12B008}"/>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accent1"/>
          </a:solidFill>
          <a:ln w="5690" cap="flat">
            <a:noFill/>
            <a:prstDash val="solid"/>
            <a:miter/>
          </a:ln>
        </p:spPr>
        <p:txBody>
          <a:bodyPr rtlCol="0" anchor="ctr"/>
          <a:lstStyle/>
          <a:p>
            <a:endParaRPr lang="fr-FR"/>
          </a:p>
        </p:txBody>
      </p:sp>
      <p:pic>
        <p:nvPicPr>
          <p:cNvPr id="2" name="Graphic 1">
            <a:extLst>
              <a:ext uri="{FF2B5EF4-FFF2-40B4-BE49-F238E27FC236}">
                <a16:creationId xmlns:a16="http://schemas.microsoft.com/office/drawing/2014/main" id="{E31A63B0-F56F-4FFC-27C3-566A79317B9A}"/>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flipV="1">
            <a:off x="0" y="0"/>
            <a:ext cx="6858000" cy="6858000"/>
          </a:xfrm>
          <a:prstGeom prst="rect">
            <a:avLst/>
          </a:prstGeom>
        </p:spPr>
      </p:pic>
    </p:spTree>
    <p:extLst>
      <p:ext uri="{BB962C8B-B14F-4D97-AF65-F5344CB8AC3E}">
        <p14:creationId xmlns:p14="http://schemas.microsoft.com/office/powerpoint/2010/main" val="426702025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Chapter 6">
    <p:bg>
      <p:bgPr>
        <a:solidFill>
          <a:schemeClr val="accent2"/>
        </a:solidFill>
        <a:effectLst/>
      </p:bgPr>
    </p:bg>
    <p:spTree>
      <p:nvGrpSpPr>
        <p:cNvPr id="1" name=""/>
        <p:cNvGrpSpPr/>
        <p:nvPr/>
      </p:nvGrpSpPr>
      <p:grpSpPr>
        <a:xfrm>
          <a:off x="0" y="0"/>
          <a:ext cx="0" cy="0"/>
          <a:chOff x="0" y="0"/>
          <a:chExt cx="0" cy="0"/>
        </a:xfrm>
      </p:grpSpPr>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390098" y="389618"/>
            <a:ext cx="1581912" cy="1477328"/>
          </a:xfrm>
        </p:spPr>
        <p:txBody>
          <a:bodyPr/>
          <a:lstStyle>
            <a:lvl1pPr>
              <a:spcAft>
                <a:spcPts val="300"/>
              </a:spcAft>
              <a:defRPr lang="en-US" sz="9600" kern="1200" dirty="0">
                <a:solidFill>
                  <a:schemeClr val="accent3"/>
                </a:solidFill>
                <a:latin typeface="+mj-lt"/>
                <a:ea typeface="+mn-ea"/>
                <a:cs typeface="+mn-cs"/>
              </a:defRPr>
            </a:lvl1pPr>
          </a:lstStyle>
          <a:p>
            <a:r>
              <a:rPr lang="en-US"/>
              <a:t>06</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6528122" y="2669997"/>
            <a:ext cx="5239512" cy="1929683"/>
          </a:xfrm>
        </p:spPr>
        <p:txBody>
          <a:bodyPr/>
          <a:lstStyle>
            <a:lvl1pPr marL="0" indent="0">
              <a:buNone/>
              <a:defRPr sz="5400">
                <a:solidFill>
                  <a:schemeClr val="accent3"/>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Chapter title</a:t>
            </a:r>
            <a:br>
              <a:rPr lang="en-US"/>
            </a:br>
            <a:r>
              <a:rPr lang="en-US"/>
              <a:t>two lines</a:t>
            </a:r>
          </a:p>
        </p:txBody>
      </p:sp>
      <p:sp>
        <p:nvSpPr>
          <p:cNvPr id="7" name="Graphique 10">
            <a:extLst>
              <a:ext uri="{FF2B5EF4-FFF2-40B4-BE49-F238E27FC236}">
                <a16:creationId xmlns:a16="http://schemas.microsoft.com/office/drawing/2014/main" id="{5AE5FC5D-9FC3-FFFD-D4D3-5589BB12B008}"/>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pic>
        <p:nvPicPr>
          <p:cNvPr id="2" name="Graphic 1">
            <a:extLst>
              <a:ext uri="{FF2B5EF4-FFF2-40B4-BE49-F238E27FC236}">
                <a16:creationId xmlns:a16="http://schemas.microsoft.com/office/drawing/2014/main" id="{E4E14169-5DA2-05CD-4E0B-FFA9D622AA70}"/>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flipV="1">
            <a:off x="0" y="0"/>
            <a:ext cx="6858000" cy="6858000"/>
          </a:xfrm>
          <a:prstGeom prst="rect">
            <a:avLst/>
          </a:prstGeom>
        </p:spPr>
      </p:pic>
      <p:pic>
        <p:nvPicPr>
          <p:cNvPr id="3" name="Image 2" descr="Une image contenant texte, capture d’écran, Police, Bleu électrique&#10;&#10;Le contenu généré par l’IA peut être incorrect.">
            <a:extLst>
              <a:ext uri="{FF2B5EF4-FFF2-40B4-BE49-F238E27FC236}">
                <a16:creationId xmlns:a16="http://schemas.microsoft.com/office/drawing/2014/main" id="{D884225D-CCB5-6D90-3FBB-C30A69AC52D2}"/>
              </a:ext>
            </a:extLst>
          </p:cNvPr>
          <p:cNvPicPr>
            <a:picLocks noChangeAspect="1"/>
          </p:cNvPicPr>
          <p:nvPr userDrawn="1"/>
        </p:nvPicPr>
        <p:blipFill>
          <a:blip r:embed="rId3">
            <a:clrChange>
              <a:clrFrom>
                <a:srgbClr val="243783"/>
              </a:clrFrom>
              <a:clrTo>
                <a:srgbClr val="243783">
                  <a:alpha val="0"/>
                </a:srgbClr>
              </a:clrTo>
            </a:clrChange>
            <a:extLst>
              <a:ext uri="{28A0092B-C50C-407E-A947-70E740481C1C}">
                <a14:useLocalDpi xmlns:a14="http://schemas.microsoft.com/office/drawing/2010/main" val="0"/>
              </a:ext>
            </a:extLst>
          </a:blip>
          <a:srcRect l="3140" t="35710" r="3106" b="33449"/>
          <a:stretch>
            <a:fillRect/>
          </a:stretch>
        </p:blipFill>
        <p:spPr>
          <a:xfrm>
            <a:off x="8849056" y="6209968"/>
            <a:ext cx="1919615" cy="446470"/>
          </a:xfrm>
          <a:prstGeom prst="rect">
            <a:avLst/>
          </a:prstGeom>
        </p:spPr>
      </p:pic>
    </p:spTree>
    <p:extLst>
      <p:ext uri="{BB962C8B-B14F-4D97-AF65-F5344CB8AC3E}">
        <p14:creationId xmlns:p14="http://schemas.microsoft.com/office/powerpoint/2010/main" val="914377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Chapter 7">
    <p:bg>
      <p:bgPr>
        <a:solidFill>
          <a:schemeClr val="accent1"/>
        </a:solidFill>
        <a:effectLst/>
      </p:bgPr>
    </p:bg>
    <p:spTree>
      <p:nvGrpSpPr>
        <p:cNvPr id="1" name=""/>
        <p:cNvGrpSpPr/>
        <p:nvPr/>
      </p:nvGrpSpPr>
      <p:grpSpPr>
        <a:xfrm>
          <a:off x="0" y="0"/>
          <a:ext cx="0" cy="0"/>
          <a:chOff x="0" y="0"/>
          <a:chExt cx="0" cy="0"/>
        </a:xfrm>
      </p:grpSpPr>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390098" y="389618"/>
            <a:ext cx="1499616" cy="1477328"/>
          </a:xfrm>
        </p:spPr>
        <p:txBody>
          <a:bodyPr/>
          <a:lstStyle>
            <a:lvl1pPr>
              <a:spcAft>
                <a:spcPts val="300"/>
              </a:spcAft>
              <a:defRPr lang="en-US" sz="9600" kern="1200" dirty="0">
                <a:solidFill>
                  <a:schemeClr val="bg1"/>
                </a:solidFill>
                <a:latin typeface="+mj-lt"/>
                <a:ea typeface="+mn-ea"/>
                <a:cs typeface="+mn-cs"/>
              </a:defRPr>
            </a:lvl1pPr>
          </a:lstStyle>
          <a:p>
            <a:r>
              <a:rPr lang="en-US"/>
              <a:t>07</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6528122" y="2669997"/>
            <a:ext cx="5239512" cy="1929683"/>
          </a:xfrm>
        </p:spPr>
        <p:txBody>
          <a:bodyPr/>
          <a:lstStyle>
            <a:lvl1pPr marL="0" indent="0">
              <a:buNone/>
              <a:defRPr sz="5400">
                <a:solidFill>
                  <a:schemeClr val="bg1"/>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Chapter title</a:t>
            </a:r>
            <a:br>
              <a:rPr lang="en-US"/>
            </a:br>
            <a:r>
              <a:rPr lang="en-US"/>
              <a:t>two lines</a:t>
            </a:r>
          </a:p>
        </p:txBody>
      </p:sp>
      <p:sp>
        <p:nvSpPr>
          <p:cNvPr id="7" name="Graphique 10">
            <a:extLst>
              <a:ext uri="{FF2B5EF4-FFF2-40B4-BE49-F238E27FC236}">
                <a16:creationId xmlns:a16="http://schemas.microsoft.com/office/drawing/2014/main" id="{5AE5FC5D-9FC3-FFFD-D4D3-5589BB12B008}"/>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pic>
        <p:nvPicPr>
          <p:cNvPr id="2" name="Graphic 1">
            <a:extLst>
              <a:ext uri="{FF2B5EF4-FFF2-40B4-BE49-F238E27FC236}">
                <a16:creationId xmlns:a16="http://schemas.microsoft.com/office/drawing/2014/main" id="{6E4E7D65-52B3-610C-1413-747405523C11}"/>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flipV="1">
            <a:off x="0" y="0"/>
            <a:ext cx="6858000" cy="6858000"/>
          </a:xfrm>
          <a:prstGeom prst="rect">
            <a:avLst/>
          </a:prstGeom>
        </p:spPr>
      </p:pic>
      <p:pic>
        <p:nvPicPr>
          <p:cNvPr id="3" name="Image 2" descr="Une image contenant texte, capture d’écran, Police, Bleu électrique&#10;&#10;Le contenu généré par l’IA peut être incorrect.">
            <a:extLst>
              <a:ext uri="{FF2B5EF4-FFF2-40B4-BE49-F238E27FC236}">
                <a16:creationId xmlns:a16="http://schemas.microsoft.com/office/drawing/2014/main" id="{FFDDF2B1-55FE-CFFC-BDFB-F0CACA50E100}"/>
              </a:ext>
            </a:extLst>
          </p:cNvPr>
          <p:cNvPicPr>
            <a:picLocks noChangeAspect="1"/>
          </p:cNvPicPr>
          <p:nvPr userDrawn="1"/>
        </p:nvPicPr>
        <p:blipFill>
          <a:blip r:embed="rId3">
            <a:clrChange>
              <a:clrFrom>
                <a:srgbClr val="243783"/>
              </a:clrFrom>
              <a:clrTo>
                <a:srgbClr val="243783">
                  <a:alpha val="0"/>
                </a:srgbClr>
              </a:clrTo>
            </a:clrChange>
            <a:extLst>
              <a:ext uri="{28A0092B-C50C-407E-A947-70E740481C1C}">
                <a14:useLocalDpi xmlns:a14="http://schemas.microsoft.com/office/drawing/2010/main" val="0"/>
              </a:ext>
            </a:extLst>
          </a:blip>
          <a:srcRect l="3140" t="35710" r="3106" b="33449"/>
          <a:stretch>
            <a:fillRect/>
          </a:stretch>
        </p:blipFill>
        <p:spPr>
          <a:xfrm>
            <a:off x="8849056" y="6209968"/>
            <a:ext cx="1919615" cy="446470"/>
          </a:xfrm>
          <a:prstGeom prst="rect">
            <a:avLst/>
          </a:prstGeom>
        </p:spPr>
      </p:pic>
    </p:spTree>
    <p:extLst>
      <p:ext uri="{BB962C8B-B14F-4D97-AF65-F5344CB8AC3E}">
        <p14:creationId xmlns:p14="http://schemas.microsoft.com/office/powerpoint/2010/main" val="213093749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Chapter 8">
    <p:bg>
      <p:bgPr>
        <a:solidFill>
          <a:schemeClr val="accent3"/>
        </a:solidFill>
        <a:effectLst/>
      </p:bgPr>
    </p:bg>
    <p:spTree>
      <p:nvGrpSpPr>
        <p:cNvPr id="1" name=""/>
        <p:cNvGrpSpPr/>
        <p:nvPr/>
      </p:nvGrpSpPr>
      <p:grpSpPr>
        <a:xfrm>
          <a:off x="0" y="0"/>
          <a:ext cx="0" cy="0"/>
          <a:chOff x="0" y="0"/>
          <a:chExt cx="0" cy="0"/>
        </a:xfrm>
      </p:grpSpPr>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390098" y="389618"/>
            <a:ext cx="1600200" cy="1477328"/>
          </a:xfrm>
        </p:spPr>
        <p:txBody>
          <a:bodyPr/>
          <a:lstStyle>
            <a:lvl1pPr>
              <a:spcAft>
                <a:spcPts val="300"/>
              </a:spcAft>
              <a:defRPr lang="en-US" sz="9600" kern="1200" dirty="0">
                <a:solidFill>
                  <a:schemeClr val="bg1"/>
                </a:solidFill>
                <a:latin typeface="+mj-lt"/>
                <a:ea typeface="+mn-ea"/>
                <a:cs typeface="+mn-cs"/>
              </a:defRPr>
            </a:lvl1pPr>
          </a:lstStyle>
          <a:p>
            <a:r>
              <a:rPr lang="en-US"/>
              <a:t>08</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6528122" y="2669997"/>
            <a:ext cx="5239512" cy="1929683"/>
          </a:xfrm>
        </p:spPr>
        <p:txBody>
          <a:bodyPr/>
          <a:lstStyle>
            <a:lvl1pPr marL="0" indent="0">
              <a:buNone/>
              <a:defRPr sz="5400">
                <a:solidFill>
                  <a:schemeClr val="bg1"/>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Chapter title</a:t>
            </a:r>
            <a:br>
              <a:rPr lang="en-US"/>
            </a:br>
            <a:r>
              <a:rPr lang="en-US"/>
              <a:t>two lines</a:t>
            </a:r>
          </a:p>
        </p:txBody>
      </p:sp>
      <p:sp>
        <p:nvSpPr>
          <p:cNvPr id="7" name="Graphique 10">
            <a:extLst>
              <a:ext uri="{FF2B5EF4-FFF2-40B4-BE49-F238E27FC236}">
                <a16:creationId xmlns:a16="http://schemas.microsoft.com/office/drawing/2014/main" id="{5AE5FC5D-9FC3-FFFD-D4D3-5589BB12B008}"/>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pic>
        <p:nvPicPr>
          <p:cNvPr id="2" name="Graphic 1">
            <a:extLst>
              <a:ext uri="{FF2B5EF4-FFF2-40B4-BE49-F238E27FC236}">
                <a16:creationId xmlns:a16="http://schemas.microsoft.com/office/drawing/2014/main" id="{74490CF5-6E1C-B670-6877-0573039B7C02}"/>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flipV="1">
            <a:off x="0" y="0"/>
            <a:ext cx="6858000" cy="6858000"/>
          </a:xfrm>
          <a:prstGeom prst="rect">
            <a:avLst/>
          </a:prstGeom>
        </p:spPr>
      </p:pic>
      <p:pic>
        <p:nvPicPr>
          <p:cNvPr id="4" name="Image 3" descr="Une image contenant texte, capture d’écran, Police, Bleu électrique&#10;&#10;Le contenu généré par l’IA peut être incorrect.">
            <a:extLst>
              <a:ext uri="{FF2B5EF4-FFF2-40B4-BE49-F238E27FC236}">
                <a16:creationId xmlns:a16="http://schemas.microsoft.com/office/drawing/2014/main" id="{9F4CED21-5D3D-3A40-7459-A158B25D489B}"/>
              </a:ext>
            </a:extLst>
          </p:cNvPr>
          <p:cNvPicPr>
            <a:picLocks noChangeAspect="1"/>
          </p:cNvPicPr>
          <p:nvPr userDrawn="1"/>
        </p:nvPicPr>
        <p:blipFill>
          <a:blip r:embed="rId3">
            <a:clrChange>
              <a:clrFrom>
                <a:srgbClr val="243783"/>
              </a:clrFrom>
              <a:clrTo>
                <a:srgbClr val="243783">
                  <a:alpha val="0"/>
                </a:srgbClr>
              </a:clrTo>
            </a:clrChange>
            <a:extLst>
              <a:ext uri="{28A0092B-C50C-407E-A947-70E740481C1C}">
                <a14:useLocalDpi xmlns:a14="http://schemas.microsoft.com/office/drawing/2010/main" val="0"/>
              </a:ext>
            </a:extLst>
          </a:blip>
          <a:srcRect l="3140" t="35710" r="3106" b="33449"/>
          <a:stretch>
            <a:fillRect/>
          </a:stretch>
        </p:blipFill>
        <p:spPr>
          <a:xfrm>
            <a:off x="8849056" y="6209968"/>
            <a:ext cx="1919615" cy="446470"/>
          </a:xfrm>
          <a:prstGeom prst="rect">
            <a:avLst/>
          </a:prstGeom>
        </p:spPr>
      </p:pic>
    </p:spTree>
    <p:extLst>
      <p:ext uri="{BB962C8B-B14F-4D97-AF65-F5344CB8AC3E}">
        <p14:creationId xmlns:p14="http://schemas.microsoft.com/office/powerpoint/2010/main" val="331684101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Chapter 9">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7647457B-1BAA-07D6-5533-5602F3764C3F}"/>
              </a:ext>
              <a:ext uri="{C183D7F6-B498-43B3-948B-1728B52AA6E4}">
                <adec:decorative xmlns:adec="http://schemas.microsoft.com/office/drawing/2017/decorative" val="1"/>
              </a:ext>
            </a:extLst>
          </p:cNvPr>
          <p:cNvGrpSpPr/>
          <p:nvPr userDrawn="1"/>
        </p:nvGrpSpPr>
        <p:grpSpPr>
          <a:xfrm>
            <a:off x="5334000" y="0"/>
            <a:ext cx="6858000" cy="6858000"/>
            <a:chOff x="5334000" y="0"/>
            <a:chExt cx="6858000" cy="6858000"/>
          </a:xfrm>
        </p:grpSpPr>
        <p:pic>
          <p:nvPicPr>
            <p:cNvPr id="2" name="Graphic 1">
              <a:extLst>
                <a:ext uri="{FF2B5EF4-FFF2-40B4-BE49-F238E27FC236}">
                  <a16:creationId xmlns:a16="http://schemas.microsoft.com/office/drawing/2014/main" id="{6E971FD5-44A1-DFD7-5CAE-AE2F9A67A085}"/>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334000" y="3429000"/>
              <a:ext cx="3429000" cy="3429000"/>
            </a:xfrm>
            <a:prstGeom prst="rect">
              <a:avLst/>
            </a:prstGeom>
          </p:spPr>
        </p:pic>
        <p:pic>
          <p:nvPicPr>
            <p:cNvPr id="3" name="Graphic 2">
              <a:extLst>
                <a:ext uri="{FF2B5EF4-FFF2-40B4-BE49-F238E27FC236}">
                  <a16:creationId xmlns:a16="http://schemas.microsoft.com/office/drawing/2014/main" id="{CE8FF695-DA70-72B7-7FCB-B03764695CB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a:off x="8763000" y="0"/>
              <a:ext cx="3429000" cy="3429000"/>
            </a:xfrm>
            <a:prstGeom prst="rect">
              <a:avLst/>
            </a:prstGeom>
          </p:spPr>
        </p:pic>
      </p:grpSp>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390098" y="389618"/>
            <a:ext cx="1591056" cy="1477328"/>
          </a:xfrm>
        </p:spPr>
        <p:txBody>
          <a:bodyPr/>
          <a:lstStyle>
            <a:lvl1pPr>
              <a:spcAft>
                <a:spcPts val="300"/>
              </a:spcAft>
              <a:defRPr lang="en-US" sz="9600" kern="1200" dirty="0">
                <a:solidFill>
                  <a:schemeClr val="accent3"/>
                </a:solidFill>
                <a:latin typeface="+mj-lt"/>
                <a:ea typeface="+mn-ea"/>
                <a:cs typeface="+mn-cs"/>
              </a:defRPr>
            </a:lvl1pPr>
          </a:lstStyle>
          <a:p>
            <a:r>
              <a:rPr lang="en-US"/>
              <a:t>09</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1786976" y="1866946"/>
            <a:ext cx="6812280" cy="1929683"/>
          </a:xfrm>
        </p:spPr>
        <p:txBody>
          <a:bodyPr/>
          <a:lstStyle>
            <a:lvl1pPr marL="0" indent="0">
              <a:buNone/>
              <a:defRPr sz="5400">
                <a:solidFill>
                  <a:schemeClr val="accent3"/>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Chapter title</a:t>
            </a:r>
            <a:br>
              <a:rPr lang="en-US"/>
            </a:br>
            <a:r>
              <a:rPr lang="en-US"/>
              <a:t>two lines</a:t>
            </a:r>
          </a:p>
        </p:txBody>
      </p:sp>
      <p:sp>
        <p:nvSpPr>
          <p:cNvPr id="7" name="Graphique 10">
            <a:extLst>
              <a:ext uri="{FF2B5EF4-FFF2-40B4-BE49-F238E27FC236}">
                <a16:creationId xmlns:a16="http://schemas.microsoft.com/office/drawing/2014/main" id="{5AE5FC5D-9FC3-FFFD-D4D3-5589BB12B008}"/>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accent1"/>
          </a:solidFill>
          <a:ln w="5690" cap="flat">
            <a:noFill/>
            <a:prstDash val="solid"/>
            <a:miter/>
          </a:ln>
        </p:spPr>
        <p:txBody>
          <a:bodyPr rtlCol="0" anchor="ctr"/>
          <a:lstStyle/>
          <a:p>
            <a:endParaRPr lang="fr-FR"/>
          </a:p>
        </p:txBody>
      </p:sp>
    </p:spTree>
    <p:extLst>
      <p:ext uri="{BB962C8B-B14F-4D97-AF65-F5344CB8AC3E}">
        <p14:creationId xmlns:p14="http://schemas.microsoft.com/office/powerpoint/2010/main" val="139571423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Chapter 10">
    <p:bg>
      <p:bgPr>
        <a:solidFill>
          <a:schemeClr val="accent2"/>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F2F82A12-00BD-E5BC-6150-78237533B4AD}"/>
              </a:ext>
              <a:ext uri="{C183D7F6-B498-43B3-948B-1728B52AA6E4}">
                <adec:decorative xmlns:adec="http://schemas.microsoft.com/office/drawing/2017/decorative" val="1"/>
              </a:ext>
            </a:extLst>
          </p:cNvPr>
          <p:cNvGrpSpPr/>
          <p:nvPr userDrawn="1"/>
        </p:nvGrpSpPr>
        <p:grpSpPr>
          <a:xfrm>
            <a:off x="5334000" y="0"/>
            <a:ext cx="6858000" cy="6858000"/>
            <a:chOff x="5334000" y="0"/>
            <a:chExt cx="6858000" cy="6858000"/>
          </a:xfrm>
        </p:grpSpPr>
        <p:pic>
          <p:nvPicPr>
            <p:cNvPr id="2" name="Graphic 1">
              <a:extLst>
                <a:ext uri="{FF2B5EF4-FFF2-40B4-BE49-F238E27FC236}">
                  <a16:creationId xmlns:a16="http://schemas.microsoft.com/office/drawing/2014/main" id="{875FE9B1-776A-FD80-F50D-0BC55D3E418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334000" y="3429000"/>
              <a:ext cx="3429000" cy="3429000"/>
            </a:xfrm>
            <a:prstGeom prst="rect">
              <a:avLst/>
            </a:prstGeom>
          </p:spPr>
        </p:pic>
        <p:pic>
          <p:nvPicPr>
            <p:cNvPr id="3" name="Graphic 2">
              <a:extLst>
                <a:ext uri="{FF2B5EF4-FFF2-40B4-BE49-F238E27FC236}">
                  <a16:creationId xmlns:a16="http://schemas.microsoft.com/office/drawing/2014/main" id="{D35F74F3-7759-C46C-C97D-B71F33E53E9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a:off x="8763000" y="0"/>
              <a:ext cx="3429000" cy="3429000"/>
            </a:xfrm>
            <a:prstGeom prst="rect">
              <a:avLst/>
            </a:prstGeom>
          </p:spPr>
        </p:pic>
      </p:grpSp>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390098" y="389618"/>
            <a:ext cx="1380744" cy="1477328"/>
          </a:xfrm>
        </p:spPr>
        <p:txBody>
          <a:bodyPr/>
          <a:lstStyle>
            <a:lvl1pPr>
              <a:spcAft>
                <a:spcPts val="300"/>
              </a:spcAft>
              <a:defRPr lang="en-US" sz="9600" kern="1200" dirty="0">
                <a:solidFill>
                  <a:schemeClr val="accent3"/>
                </a:solidFill>
                <a:latin typeface="+mj-lt"/>
                <a:ea typeface="+mn-ea"/>
                <a:cs typeface="+mn-cs"/>
              </a:defRPr>
            </a:lvl1pPr>
          </a:lstStyle>
          <a:p>
            <a:r>
              <a:rPr lang="en-US"/>
              <a:t>10</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1786976" y="1866946"/>
            <a:ext cx="6812280" cy="1929683"/>
          </a:xfrm>
        </p:spPr>
        <p:txBody>
          <a:bodyPr/>
          <a:lstStyle>
            <a:lvl1pPr marL="0" indent="0">
              <a:buNone/>
              <a:defRPr sz="5400">
                <a:solidFill>
                  <a:schemeClr val="accent3"/>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Chapter title</a:t>
            </a:r>
            <a:br>
              <a:rPr lang="en-US"/>
            </a:br>
            <a:r>
              <a:rPr lang="en-US"/>
              <a:t>two lines</a:t>
            </a:r>
          </a:p>
        </p:txBody>
      </p:sp>
      <p:sp>
        <p:nvSpPr>
          <p:cNvPr id="7" name="Graphique 10">
            <a:extLst>
              <a:ext uri="{FF2B5EF4-FFF2-40B4-BE49-F238E27FC236}">
                <a16:creationId xmlns:a16="http://schemas.microsoft.com/office/drawing/2014/main" id="{5AE5FC5D-9FC3-FFFD-D4D3-5589BB12B008}"/>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pic>
        <p:nvPicPr>
          <p:cNvPr id="6" name="Image 5" descr="Une image contenant texte, capture d’écran, Police, Bleu électrique&#10;&#10;Le contenu généré par l’IA peut être incorrect.">
            <a:extLst>
              <a:ext uri="{FF2B5EF4-FFF2-40B4-BE49-F238E27FC236}">
                <a16:creationId xmlns:a16="http://schemas.microsoft.com/office/drawing/2014/main" id="{2CD7940D-9631-D77B-52AA-0DFFE02F527B}"/>
              </a:ext>
            </a:extLst>
          </p:cNvPr>
          <p:cNvPicPr>
            <a:picLocks noChangeAspect="1"/>
          </p:cNvPicPr>
          <p:nvPr userDrawn="1"/>
        </p:nvPicPr>
        <p:blipFill>
          <a:blip r:embed="rId3">
            <a:clrChange>
              <a:clrFrom>
                <a:srgbClr val="243783"/>
              </a:clrFrom>
              <a:clrTo>
                <a:srgbClr val="243783">
                  <a:alpha val="0"/>
                </a:srgbClr>
              </a:clrTo>
            </a:clrChange>
            <a:extLst>
              <a:ext uri="{28A0092B-C50C-407E-A947-70E740481C1C}">
                <a14:useLocalDpi xmlns:a14="http://schemas.microsoft.com/office/drawing/2010/main" val="0"/>
              </a:ext>
            </a:extLst>
          </a:blip>
          <a:srcRect l="3140" t="35710" r="3106" b="33449"/>
          <a:stretch>
            <a:fillRect/>
          </a:stretch>
        </p:blipFill>
        <p:spPr>
          <a:xfrm>
            <a:off x="8849056" y="6209968"/>
            <a:ext cx="1919615" cy="446470"/>
          </a:xfrm>
          <a:prstGeom prst="rect">
            <a:avLst/>
          </a:prstGeom>
        </p:spPr>
      </p:pic>
    </p:spTree>
    <p:extLst>
      <p:ext uri="{BB962C8B-B14F-4D97-AF65-F5344CB8AC3E}">
        <p14:creationId xmlns:p14="http://schemas.microsoft.com/office/powerpoint/2010/main" val="145562384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Chapter 11">
    <p:bg>
      <p:bgPr>
        <a:solidFill>
          <a:schemeClr val="accent1"/>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8BCDB6E9-7750-80C4-3499-B30263BF1500}"/>
              </a:ext>
              <a:ext uri="{C183D7F6-B498-43B3-948B-1728B52AA6E4}">
                <adec:decorative xmlns:adec="http://schemas.microsoft.com/office/drawing/2017/decorative" val="1"/>
              </a:ext>
            </a:extLst>
          </p:cNvPr>
          <p:cNvGrpSpPr/>
          <p:nvPr userDrawn="1"/>
        </p:nvGrpSpPr>
        <p:grpSpPr>
          <a:xfrm>
            <a:off x="5334000" y="0"/>
            <a:ext cx="6858000" cy="6858000"/>
            <a:chOff x="5334000" y="0"/>
            <a:chExt cx="6858000" cy="6858000"/>
          </a:xfrm>
        </p:grpSpPr>
        <p:pic>
          <p:nvPicPr>
            <p:cNvPr id="2" name="Graphic 1">
              <a:extLst>
                <a:ext uri="{FF2B5EF4-FFF2-40B4-BE49-F238E27FC236}">
                  <a16:creationId xmlns:a16="http://schemas.microsoft.com/office/drawing/2014/main" id="{83B106FD-F518-D49F-A7FE-01216452D83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334000" y="3429000"/>
              <a:ext cx="3429000" cy="3429000"/>
            </a:xfrm>
            <a:prstGeom prst="rect">
              <a:avLst/>
            </a:prstGeom>
          </p:spPr>
        </p:pic>
        <p:pic>
          <p:nvPicPr>
            <p:cNvPr id="3" name="Graphic 2">
              <a:extLst>
                <a:ext uri="{FF2B5EF4-FFF2-40B4-BE49-F238E27FC236}">
                  <a16:creationId xmlns:a16="http://schemas.microsoft.com/office/drawing/2014/main" id="{68E8A64C-3291-2AC4-6FED-865DB127F1F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a:off x="8763000" y="0"/>
              <a:ext cx="3429000" cy="3429000"/>
            </a:xfrm>
            <a:prstGeom prst="rect">
              <a:avLst/>
            </a:prstGeom>
          </p:spPr>
        </p:pic>
      </p:grpSp>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390098" y="389618"/>
            <a:ext cx="1024128" cy="1477328"/>
          </a:xfrm>
        </p:spPr>
        <p:txBody>
          <a:bodyPr/>
          <a:lstStyle>
            <a:lvl1pPr>
              <a:spcAft>
                <a:spcPts val="300"/>
              </a:spcAft>
              <a:defRPr lang="en-US" sz="9600" kern="1200" dirty="0">
                <a:solidFill>
                  <a:schemeClr val="bg1"/>
                </a:solidFill>
                <a:latin typeface="+mj-lt"/>
                <a:ea typeface="+mn-ea"/>
                <a:cs typeface="+mn-cs"/>
              </a:defRPr>
            </a:lvl1pPr>
          </a:lstStyle>
          <a:p>
            <a:r>
              <a:rPr lang="en-US"/>
              <a:t>11</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1786976" y="1866946"/>
            <a:ext cx="6812280" cy="1929683"/>
          </a:xfrm>
        </p:spPr>
        <p:txBody>
          <a:bodyPr/>
          <a:lstStyle>
            <a:lvl1pPr marL="0" indent="0">
              <a:buNone/>
              <a:defRPr sz="5400">
                <a:solidFill>
                  <a:schemeClr val="bg1"/>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Chapter title</a:t>
            </a:r>
            <a:br>
              <a:rPr lang="en-US"/>
            </a:br>
            <a:r>
              <a:rPr lang="en-US"/>
              <a:t>two lines</a:t>
            </a:r>
          </a:p>
        </p:txBody>
      </p:sp>
      <p:sp>
        <p:nvSpPr>
          <p:cNvPr id="7" name="Graphique 10">
            <a:extLst>
              <a:ext uri="{FF2B5EF4-FFF2-40B4-BE49-F238E27FC236}">
                <a16:creationId xmlns:a16="http://schemas.microsoft.com/office/drawing/2014/main" id="{5AE5FC5D-9FC3-FFFD-D4D3-5589BB12B008}"/>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pic>
        <p:nvPicPr>
          <p:cNvPr id="6" name="Image 5" descr="Une image contenant texte, capture d’écran, Police, Bleu électrique&#10;&#10;Le contenu généré par l’IA peut être incorrect.">
            <a:extLst>
              <a:ext uri="{FF2B5EF4-FFF2-40B4-BE49-F238E27FC236}">
                <a16:creationId xmlns:a16="http://schemas.microsoft.com/office/drawing/2014/main" id="{4CD92679-09A5-97BD-3044-6E12FFB90E0B}"/>
              </a:ext>
            </a:extLst>
          </p:cNvPr>
          <p:cNvPicPr>
            <a:picLocks noChangeAspect="1"/>
          </p:cNvPicPr>
          <p:nvPr userDrawn="1"/>
        </p:nvPicPr>
        <p:blipFill>
          <a:blip r:embed="rId3">
            <a:clrChange>
              <a:clrFrom>
                <a:srgbClr val="243783"/>
              </a:clrFrom>
              <a:clrTo>
                <a:srgbClr val="243783">
                  <a:alpha val="0"/>
                </a:srgbClr>
              </a:clrTo>
            </a:clrChange>
            <a:extLst>
              <a:ext uri="{28A0092B-C50C-407E-A947-70E740481C1C}">
                <a14:useLocalDpi xmlns:a14="http://schemas.microsoft.com/office/drawing/2010/main" val="0"/>
              </a:ext>
            </a:extLst>
          </a:blip>
          <a:srcRect l="3140" t="35710" r="3106" b="33449"/>
          <a:stretch>
            <a:fillRect/>
          </a:stretch>
        </p:blipFill>
        <p:spPr>
          <a:xfrm>
            <a:off x="8849056" y="6209968"/>
            <a:ext cx="1919615" cy="446470"/>
          </a:xfrm>
          <a:prstGeom prst="rect">
            <a:avLst/>
          </a:prstGeom>
        </p:spPr>
      </p:pic>
    </p:spTree>
    <p:extLst>
      <p:ext uri="{BB962C8B-B14F-4D97-AF65-F5344CB8AC3E}">
        <p14:creationId xmlns:p14="http://schemas.microsoft.com/office/powerpoint/2010/main" val="285117445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Chapter 12">
    <p:bg>
      <p:bgPr>
        <a:solidFill>
          <a:schemeClr val="accent3"/>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A767D5C2-9986-CD8F-00AE-75139A4AF826}"/>
              </a:ext>
              <a:ext uri="{C183D7F6-B498-43B3-948B-1728B52AA6E4}">
                <adec:decorative xmlns:adec="http://schemas.microsoft.com/office/drawing/2017/decorative" val="1"/>
              </a:ext>
            </a:extLst>
          </p:cNvPr>
          <p:cNvGrpSpPr/>
          <p:nvPr userDrawn="1"/>
        </p:nvGrpSpPr>
        <p:grpSpPr>
          <a:xfrm>
            <a:off x="5334000" y="0"/>
            <a:ext cx="6858000" cy="6858000"/>
            <a:chOff x="5334000" y="0"/>
            <a:chExt cx="6858000" cy="6858000"/>
          </a:xfrm>
        </p:grpSpPr>
        <p:pic>
          <p:nvPicPr>
            <p:cNvPr id="2" name="Graphic 1">
              <a:extLst>
                <a:ext uri="{FF2B5EF4-FFF2-40B4-BE49-F238E27FC236}">
                  <a16:creationId xmlns:a16="http://schemas.microsoft.com/office/drawing/2014/main" id="{2CA64CC4-4124-A2D6-1C55-8136B44A894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334000" y="3429000"/>
              <a:ext cx="3429000" cy="3429000"/>
            </a:xfrm>
            <a:prstGeom prst="rect">
              <a:avLst/>
            </a:prstGeom>
          </p:spPr>
        </p:pic>
        <p:pic>
          <p:nvPicPr>
            <p:cNvPr id="3" name="Graphic 2">
              <a:extLst>
                <a:ext uri="{FF2B5EF4-FFF2-40B4-BE49-F238E27FC236}">
                  <a16:creationId xmlns:a16="http://schemas.microsoft.com/office/drawing/2014/main" id="{AC106A42-60D3-8E3F-CCE8-EE6AEEE4962A}"/>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a:off x="8763000" y="0"/>
              <a:ext cx="3429000" cy="3429000"/>
            </a:xfrm>
            <a:prstGeom prst="rect">
              <a:avLst/>
            </a:prstGeom>
          </p:spPr>
        </p:pic>
      </p:grpSp>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390098" y="389618"/>
            <a:ext cx="1225296" cy="1477328"/>
          </a:xfrm>
        </p:spPr>
        <p:txBody>
          <a:bodyPr/>
          <a:lstStyle>
            <a:lvl1pPr>
              <a:spcAft>
                <a:spcPts val="300"/>
              </a:spcAft>
              <a:defRPr lang="en-US" sz="9600" kern="1200" dirty="0">
                <a:solidFill>
                  <a:schemeClr val="bg1"/>
                </a:solidFill>
                <a:latin typeface="+mj-lt"/>
                <a:ea typeface="+mn-ea"/>
                <a:cs typeface="+mn-cs"/>
              </a:defRPr>
            </a:lvl1pPr>
          </a:lstStyle>
          <a:p>
            <a:r>
              <a:rPr lang="en-US"/>
              <a:t>12</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1786976" y="1866946"/>
            <a:ext cx="6812280" cy="1929683"/>
          </a:xfrm>
        </p:spPr>
        <p:txBody>
          <a:bodyPr/>
          <a:lstStyle>
            <a:lvl1pPr marL="0" indent="0">
              <a:buNone/>
              <a:defRPr sz="5400">
                <a:solidFill>
                  <a:schemeClr val="bg1"/>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Chapter title</a:t>
            </a:r>
            <a:br>
              <a:rPr lang="en-US"/>
            </a:br>
            <a:r>
              <a:rPr lang="en-US"/>
              <a:t>two lines</a:t>
            </a:r>
          </a:p>
        </p:txBody>
      </p:sp>
      <p:sp>
        <p:nvSpPr>
          <p:cNvPr id="7" name="Graphique 10">
            <a:extLst>
              <a:ext uri="{FF2B5EF4-FFF2-40B4-BE49-F238E27FC236}">
                <a16:creationId xmlns:a16="http://schemas.microsoft.com/office/drawing/2014/main" id="{5AE5FC5D-9FC3-FFFD-D4D3-5589BB12B008}"/>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pic>
        <p:nvPicPr>
          <p:cNvPr id="6" name="Image 5" descr="Une image contenant texte, capture d’écran, Police, Bleu électrique&#10;&#10;Le contenu généré par l’IA peut être incorrect.">
            <a:extLst>
              <a:ext uri="{FF2B5EF4-FFF2-40B4-BE49-F238E27FC236}">
                <a16:creationId xmlns:a16="http://schemas.microsoft.com/office/drawing/2014/main" id="{FCBB987B-4BC6-035E-E019-35F5ABFACDD1}"/>
              </a:ext>
            </a:extLst>
          </p:cNvPr>
          <p:cNvPicPr>
            <a:picLocks noChangeAspect="1"/>
          </p:cNvPicPr>
          <p:nvPr userDrawn="1"/>
        </p:nvPicPr>
        <p:blipFill>
          <a:blip r:embed="rId3">
            <a:clrChange>
              <a:clrFrom>
                <a:srgbClr val="243783"/>
              </a:clrFrom>
              <a:clrTo>
                <a:srgbClr val="243783">
                  <a:alpha val="0"/>
                </a:srgbClr>
              </a:clrTo>
            </a:clrChange>
            <a:extLst>
              <a:ext uri="{28A0092B-C50C-407E-A947-70E740481C1C}">
                <a14:useLocalDpi xmlns:a14="http://schemas.microsoft.com/office/drawing/2010/main" val="0"/>
              </a:ext>
            </a:extLst>
          </a:blip>
          <a:srcRect l="3140" t="35710" r="3106" b="33449"/>
          <a:stretch>
            <a:fillRect/>
          </a:stretch>
        </p:blipFill>
        <p:spPr>
          <a:xfrm>
            <a:off x="8849056" y="6209968"/>
            <a:ext cx="1919615" cy="446470"/>
          </a:xfrm>
          <a:prstGeom prst="rect">
            <a:avLst/>
          </a:prstGeom>
        </p:spPr>
      </p:pic>
    </p:spTree>
    <p:extLst>
      <p:ext uri="{BB962C8B-B14F-4D97-AF65-F5344CB8AC3E}">
        <p14:creationId xmlns:p14="http://schemas.microsoft.com/office/powerpoint/2010/main" val="306920442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Questions">
    <p:bg>
      <p:bgPr>
        <a:solidFill>
          <a:schemeClr val="accent3"/>
        </a:solidFill>
        <a:effectLst/>
      </p:bgPr>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DB4AB316-183C-82C5-C1A7-C4659A85C6A7}"/>
              </a:ext>
              <a:ext uri="{C183D7F6-B498-43B3-948B-1728B52AA6E4}">
                <adec:decorative xmlns:adec="http://schemas.microsoft.com/office/drawing/2017/decorative" val="1"/>
              </a:ext>
            </a:extLst>
          </p:cNvPr>
          <p:cNvGrpSpPr/>
          <p:nvPr userDrawn="1"/>
        </p:nvGrpSpPr>
        <p:grpSpPr>
          <a:xfrm>
            <a:off x="3189525" y="522525"/>
            <a:ext cx="5812951" cy="5812951"/>
            <a:chOff x="6364404" y="688572"/>
            <a:chExt cx="5398971" cy="5398971"/>
          </a:xfrm>
        </p:grpSpPr>
        <p:pic>
          <p:nvPicPr>
            <p:cNvPr id="7" name="Graphic 6">
              <a:extLst>
                <a:ext uri="{FF2B5EF4-FFF2-40B4-BE49-F238E27FC236}">
                  <a16:creationId xmlns:a16="http://schemas.microsoft.com/office/drawing/2014/main" id="{7CBB66C1-6853-8EB3-75B2-B940DFD44C1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V="1">
              <a:off x="6364404" y="3388057"/>
              <a:ext cx="2699486" cy="2699486"/>
            </a:xfrm>
            <a:prstGeom prst="rect">
              <a:avLst/>
            </a:prstGeom>
          </p:spPr>
        </p:pic>
        <p:pic>
          <p:nvPicPr>
            <p:cNvPr id="9" name="Graphic 8">
              <a:extLst>
                <a:ext uri="{FF2B5EF4-FFF2-40B4-BE49-F238E27FC236}">
                  <a16:creationId xmlns:a16="http://schemas.microsoft.com/office/drawing/2014/main" id="{D8FE0FFE-617B-11DD-4D76-3FF25292384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a:off x="9063889" y="688572"/>
              <a:ext cx="2699486" cy="2699486"/>
            </a:xfrm>
            <a:prstGeom prst="rect">
              <a:avLst/>
            </a:prstGeom>
          </p:spPr>
        </p:pic>
      </p:grpSp>
      <p:sp>
        <p:nvSpPr>
          <p:cNvPr id="3" name="Title 1">
            <a:extLst>
              <a:ext uri="{FF2B5EF4-FFF2-40B4-BE49-F238E27FC236}">
                <a16:creationId xmlns:a16="http://schemas.microsoft.com/office/drawing/2014/main" id="{3F73AD35-6458-4A2A-9A03-0222FC4D9395}"/>
              </a:ext>
            </a:extLst>
          </p:cNvPr>
          <p:cNvSpPr>
            <a:spLocks noGrp="1"/>
          </p:cNvSpPr>
          <p:nvPr>
            <p:ph type="title" hasCustomPrompt="1"/>
          </p:nvPr>
        </p:nvSpPr>
        <p:spPr>
          <a:xfrm>
            <a:off x="4385482" y="2731826"/>
            <a:ext cx="3421036" cy="1394348"/>
          </a:xfrm>
        </p:spPr>
        <p:txBody>
          <a:bodyPr wrap="none" anchor="ctr">
            <a:noAutofit/>
          </a:bodyPr>
          <a:lstStyle>
            <a:lvl1pPr algn="ctr">
              <a:lnSpc>
                <a:spcPct val="100000"/>
              </a:lnSpc>
              <a:defRPr sz="4400">
                <a:solidFill>
                  <a:schemeClr val="bg1"/>
                </a:solidFill>
              </a:defRPr>
            </a:lvl1pPr>
          </a:lstStyle>
          <a:p>
            <a:r>
              <a:rPr lang="en-US"/>
              <a:t>Questions</a:t>
            </a:r>
          </a:p>
        </p:txBody>
      </p:sp>
      <p:sp>
        <p:nvSpPr>
          <p:cNvPr id="4" name="Graphique 10">
            <a:extLst>
              <a:ext uri="{FF2B5EF4-FFF2-40B4-BE49-F238E27FC236}">
                <a16:creationId xmlns:a16="http://schemas.microsoft.com/office/drawing/2014/main" id="{00F5AF71-3625-304B-2633-DA8784159D71}"/>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pic>
        <p:nvPicPr>
          <p:cNvPr id="6" name="Image 5" descr="Une image contenant texte, capture d’écran, Police, Bleu électrique&#10;&#10;Le contenu généré par l’IA peut être incorrect.">
            <a:extLst>
              <a:ext uri="{FF2B5EF4-FFF2-40B4-BE49-F238E27FC236}">
                <a16:creationId xmlns:a16="http://schemas.microsoft.com/office/drawing/2014/main" id="{8E44666C-4D02-B3C0-6754-BD4FC75480C1}"/>
              </a:ext>
            </a:extLst>
          </p:cNvPr>
          <p:cNvPicPr>
            <a:picLocks noChangeAspect="1"/>
          </p:cNvPicPr>
          <p:nvPr userDrawn="1"/>
        </p:nvPicPr>
        <p:blipFill>
          <a:blip r:embed="rId3">
            <a:clrChange>
              <a:clrFrom>
                <a:srgbClr val="243783"/>
              </a:clrFrom>
              <a:clrTo>
                <a:srgbClr val="243783">
                  <a:alpha val="0"/>
                </a:srgbClr>
              </a:clrTo>
            </a:clrChange>
            <a:extLst>
              <a:ext uri="{28A0092B-C50C-407E-A947-70E740481C1C}">
                <a14:useLocalDpi xmlns:a14="http://schemas.microsoft.com/office/drawing/2010/main" val="0"/>
              </a:ext>
            </a:extLst>
          </a:blip>
          <a:srcRect l="3140" t="35710" r="3106" b="33449"/>
          <a:stretch>
            <a:fillRect/>
          </a:stretch>
        </p:blipFill>
        <p:spPr>
          <a:xfrm>
            <a:off x="8849056" y="6209968"/>
            <a:ext cx="1919615" cy="446470"/>
          </a:xfrm>
          <a:prstGeom prst="rect">
            <a:avLst/>
          </a:prstGeom>
        </p:spPr>
      </p:pic>
    </p:spTree>
    <p:extLst>
      <p:ext uri="{BB962C8B-B14F-4D97-AF65-F5344CB8AC3E}">
        <p14:creationId xmlns:p14="http://schemas.microsoft.com/office/powerpoint/2010/main" val="89837562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Thank you">
    <p:bg>
      <p:bgPr>
        <a:solidFill>
          <a:schemeClr val="accent3"/>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18A606E8-B755-D267-3334-BB72D31CE5DD}"/>
              </a:ext>
              <a:ext uri="{C183D7F6-B498-43B3-948B-1728B52AA6E4}">
                <adec:decorative xmlns:adec="http://schemas.microsoft.com/office/drawing/2017/decorative" val="1"/>
              </a:ext>
            </a:extLst>
          </p:cNvPr>
          <p:cNvGrpSpPr/>
          <p:nvPr userDrawn="1"/>
        </p:nvGrpSpPr>
        <p:grpSpPr>
          <a:xfrm>
            <a:off x="0" y="1"/>
            <a:ext cx="12192000" cy="6857999"/>
            <a:chOff x="0" y="1"/>
            <a:chExt cx="12192000" cy="6857999"/>
          </a:xfrm>
        </p:grpSpPr>
        <p:pic>
          <p:nvPicPr>
            <p:cNvPr id="11" name="Graphic 10">
              <a:extLst>
                <a:ext uri="{FF2B5EF4-FFF2-40B4-BE49-F238E27FC236}">
                  <a16:creationId xmlns:a16="http://schemas.microsoft.com/office/drawing/2014/main" id="{B37E38E8-ADCB-8E97-E61A-DDC65AF315C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a:off x="0" y="3474720"/>
              <a:ext cx="3383280" cy="3383280"/>
            </a:xfrm>
            <a:prstGeom prst="rect">
              <a:avLst/>
            </a:prstGeom>
          </p:spPr>
        </p:pic>
        <p:pic>
          <p:nvPicPr>
            <p:cNvPr id="9" name="Graphic 8">
              <a:extLst>
                <a:ext uri="{FF2B5EF4-FFF2-40B4-BE49-F238E27FC236}">
                  <a16:creationId xmlns:a16="http://schemas.microsoft.com/office/drawing/2014/main" id="{D4E82305-2CFC-B442-7D06-48C49A6D08D4}"/>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6200000">
              <a:off x="8808720" y="1"/>
              <a:ext cx="3383280" cy="3383280"/>
            </a:xfrm>
            <a:prstGeom prst="rect">
              <a:avLst/>
            </a:prstGeom>
          </p:spPr>
        </p:pic>
      </p:grpSp>
      <p:sp>
        <p:nvSpPr>
          <p:cNvPr id="8" name="Title 1">
            <a:extLst>
              <a:ext uri="{FF2B5EF4-FFF2-40B4-BE49-F238E27FC236}">
                <a16:creationId xmlns:a16="http://schemas.microsoft.com/office/drawing/2014/main" id="{499553CC-D1FC-0BF8-65E8-622A9A598473}"/>
              </a:ext>
            </a:extLst>
          </p:cNvPr>
          <p:cNvSpPr>
            <a:spLocks noGrp="1"/>
          </p:cNvSpPr>
          <p:nvPr>
            <p:ph type="title" hasCustomPrompt="1"/>
          </p:nvPr>
        </p:nvSpPr>
        <p:spPr>
          <a:xfrm>
            <a:off x="428625" y="678310"/>
            <a:ext cx="3784561" cy="830997"/>
          </a:xfrm>
        </p:spPr>
        <p:txBody>
          <a:bodyPr wrap="none">
            <a:noAutofit/>
          </a:bodyPr>
          <a:lstStyle>
            <a:lvl1pPr>
              <a:lnSpc>
                <a:spcPct val="100000"/>
              </a:lnSpc>
              <a:defRPr sz="5400">
                <a:solidFill>
                  <a:schemeClr val="accent2"/>
                </a:solidFill>
              </a:defRPr>
            </a:lvl1pPr>
          </a:lstStyle>
          <a:p>
            <a:r>
              <a:rPr lang="en-US"/>
              <a:t>Thank you!</a:t>
            </a:r>
          </a:p>
        </p:txBody>
      </p:sp>
      <p:sp>
        <p:nvSpPr>
          <p:cNvPr id="13" name="Text Placeholder 12">
            <a:extLst>
              <a:ext uri="{FF2B5EF4-FFF2-40B4-BE49-F238E27FC236}">
                <a16:creationId xmlns:a16="http://schemas.microsoft.com/office/drawing/2014/main" id="{F2E6D97E-7A6D-5A28-FF0A-4786C40756EC}"/>
              </a:ext>
            </a:extLst>
          </p:cNvPr>
          <p:cNvSpPr>
            <a:spLocks noGrp="1"/>
          </p:cNvSpPr>
          <p:nvPr>
            <p:ph type="body" sz="quarter" idx="10" hasCustomPrompt="1"/>
          </p:nvPr>
        </p:nvSpPr>
        <p:spPr>
          <a:xfrm>
            <a:off x="428624" y="1691640"/>
            <a:ext cx="3784561" cy="1190456"/>
          </a:xfrm>
        </p:spPr>
        <p:txBody>
          <a:bodyPr wrap="none"/>
          <a:lstStyle>
            <a:lvl1pPr marL="0" indent="0">
              <a:spcAft>
                <a:spcPts val="0"/>
              </a:spcAft>
              <a:buNone/>
              <a:defRPr>
                <a:solidFill>
                  <a:schemeClr val="bg1"/>
                </a:solidFill>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a:t>For more information please contact:</a:t>
            </a:r>
            <a:br>
              <a:rPr lang="en-US"/>
            </a:br>
            <a:r>
              <a:rPr lang="en-US"/>
              <a:t>T+ 33 1 98765432</a:t>
            </a:r>
            <a:br>
              <a:rPr lang="en-US"/>
            </a:br>
            <a:r>
              <a:rPr lang="en-US"/>
              <a:t>M+ 33 6 44445678</a:t>
            </a:r>
            <a:br>
              <a:rPr lang="en-US"/>
            </a:br>
            <a:r>
              <a:rPr lang="en-US"/>
              <a:t>firstname.lastname@atos.net</a:t>
            </a:r>
          </a:p>
        </p:txBody>
      </p:sp>
      <p:sp>
        <p:nvSpPr>
          <p:cNvPr id="3" name="AddNotifier#1">
            <a:extLst>
              <a:ext uri="{FF2B5EF4-FFF2-40B4-BE49-F238E27FC236}">
                <a16:creationId xmlns:a16="http://schemas.microsoft.com/office/drawing/2014/main" id="{DEB32E4C-FD35-01ED-4923-78A44A2BBA63}"/>
              </a:ext>
            </a:extLst>
          </p:cNvPr>
          <p:cNvSpPr txBox="1">
            <a:spLocks noChangeArrowheads="1"/>
          </p:cNvSpPr>
          <p:nvPr userDrawn="1"/>
        </p:nvSpPr>
        <p:spPr bwMode="invGray">
          <a:xfrm>
            <a:off x="3511965" y="5580669"/>
            <a:ext cx="3587335"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b" anchorCtr="0">
            <a:spAutoFit/>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r>
              <a:rPr lang="en-US" sz="800" kern="1200" baseline="0">
                <a:solidFill>
                  <a:schemeClr val="bg1"/>
                </a:solidFill>
                <a:latin typeface="+mn-lt"/>
                <a:ea typeface="Verdana" pitchFamily="34" charset="0"/>
                <a:cs typeface="Verdana" pitchFamily="34" charset="0"/>
              </a:rPr>
              <a:t>Atos is a registered trademark of Atos SE. April 2024. © 2024 Atos. Confidential information owned by Atos, to be used by the recipient only. This document, or any part of it, may not be reproduced, copied, circulated and/or distributed nor quoted without prior written approval from Atos.</a:t>
            </a:r>
            <a:endParaRPr lang="en-US" sz="800" baseline="0">
              <a:solidFill>
                <a:schemeClr val="bg1"/>
              </a:solidFill>
              <a:latin typeface="+mn-lt"/>
              <a:ea typeface="Verdana" pitchFamily="34" charset="0"/>
              <a:cs typeface="Verdana" pitchFamily="34" charset="0"/>
            </a:endParaRPr>
          </a:p>
        </p:txBody>
      </p:sp>
      <p:sp>
        <p:nvSpPr>
          <p:cNvPr id="5" name="Graphique 10">
            <a:extLst>
              <a:ext uri="{FF2B5EF4-FFF2-40B4-BE49-F238E27FC236}">
                <a16:creationId xmlns:a16="http://schemas.microsoft.com/office/drawing/2014/main" id="{19A80A2F-D5E3-6F7F-C1EB-15EBCE6C6CAC}"/>
              </a:ext>
            </a:extLst>
          </p:cNvPr>
          <p:cNvSpPr>
            <a:spLocks noChangeAspect="1"/>
          </p:cNvSpPr>
          <p:nvPr userDrawn="1"/>
        </p:nvSpPr>
        <p:spPr>
          <a:xfrm>
            <a:off x="9848292" y="5921362"/>
            <a:ext cx="1920640" cy="587312"/>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Tree>
    <p:extLst>
      <p:ext uri="{BB962C8B-B14F-4D97-AF65-F5344CB8AC3E}">
        <p14:creationId xmlns:p14="http://schemas.microsoft.com/office/powerpoint/2010/main" val="1741044662"/>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Thank you with QR">
    <p:bg>
      <p:bgPr>
        <a:solidFill>
          <a:schemeClr val="accent3"/>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296AC93-851F-8873-EB9F-A167B6F3D50B}"/>
              </a:ext>
            </a:extLst>
          </p:cNvPr>
          <p:cNvSpPr/>
          <p:nvPr userDrawn="1"/>
        </p:nvSpPr>
        <p:spPr>
          <a:xfrm>
            <a:off x="4967288" y="678310"/>
            <a:ext cx="2194560" cy="21945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18A606E8-B755-D267-3334-BB72D31CE5DD}"/>
              </a:ext>
              <a:ext uri="{C183D7F6-B498-43B3-948B-1728B52AA6E4}">
                <adec:decorative xmlns:adec="http://schemas.microsoft.com/office/drawing/2017/decorative" val="1"/>
              </a:ext>
            </a:extLst>
          </p:cNvPr>
          <p:cNvGrpSpPr/>
          <p:nvPr userDrawn="1"/>
        </p:nvGrpSpPr>
        <p:grpSpPr>
          <a:xfrm>
            <a:off x="0" y="1"/>
            <a:ext cx="12192000" cy="6857999"/>
            <a:chOff x="0" y="1"/>
            <a:chExt cx="12192000" cy="6857999"/>
          </a:xfrm>
        </p:grpSpPr>
        <p:pic>
          <p:nvPicPr>
            <p:cNvPr id="11" name="Graphic 10">
              <a:extLst>
                <a:ext uri="{FF2B5EF4-FFF2-40B4-BE49-F238E27FC236}">
                  <a16:creationId xmlns:a16="http://schemas.microsoft.com/office/drawing/2014/main" id="{B37E38E8-ADCB-8E97-E61A-DDC65AF315C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a:off x="0" y="3474720"/>
              <a:ext cx="3383280" cy="3383280"/>
            </a:xfrm>
            <a:prstGeom prst="rect">
              <a:avLst/>
            </a:prstGeom>
          </p:spPr>
        </p:pic>
        <p:pic>
          <p:nvPicPr>
            <p:cNvPr id="9" name="Graphic 8">
              <a:extLst>
                <a:ext uri="{FF2B5EF4-FFF2-40B4-BE49-F238E27FC236}">
                  <a16:creationId xmlns:a16="http://schemas.microsoft.com/office/drawing/2014/main" id="{D4E82305-2CFC-B442-7D06-48C49A6D08D4}"/>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6200000">
              <a:off x="8808720" y="1"/>
              <a:ext cx="3383280" cy="3383280"/>
            </a:xfrm>
            <a:prstGeom prst="rect">
              <a:avLst/>
            </a:prstGeom>
          </p:spPr>
        </p:pic>
      </p:grpSp>
      <p:sp>
        <p:nvSpPr>
          <p:cNvPr id="8" name="Title 1">
            <a:extLst>
              <a:ext uri="{FF2B5EF4-FFF2-40B4-BE49-F238E27FC236}">
                <a16:creationId xmlns:a16="http://schemas.microsoft.com/office/drawing/2014/main" id="{499553CC-D1FC-0BF8-65E8-622A9A598473}"/>
              </a:ext>
            </a:extLst>
          </p:cNvPr>
          <p:cNvSpPr>
            <a:spLocks noGrp="1"/>
          </p:cNvSpPr>
          <p:nvPr>
            <p:ph type="title" hasCustomPrompt="1"/>
          </p:nvPr>
        </p:nvSpPr>
        <p:spPr>
          <a:xfrm>
            <a:off x="428625" y="678310"/>
            <a:ext cx="3784561" cy="830997"/>
          </a:xfrm>
        </p:spPr>
        <p:txBody>
          <a:bodyPr wrap="none">
            <a:noAutofit/>
          </a:bodyPr>
          <a:lstStyle>
            <a:lvl1pPr>
              <a:lnSpc>
                <a:spcPct val="100000"/>
              </a:lnSpc>
              <a:defRPr sz="5400">
                <a:solidFill>
                  <a:schemeClr val="accent2"/>
                </a:solidFill>
              </a:defRPr>
            </a:lvl1pPr>
          </a:lstStyle>
          <a:p>
            <a:r>
              <a:rPr lang="en-US"/>
              <a:t>Thank you!</a:t>
            </a:r>
          </a:p>
        </p:txBody>
      </p:sp>
      <p:sp>
        <p:nvSpPr>
          <p:cNvPr id="13" name="Text Placeholder 12">
            <a:extLst>
              <a:ext uri="{FF2B5EF4-FFF2-40B4-BE49-F238E27FC236}">
                <a16:creationId xmlns:a16="http://schemas.microsoft.com/office/drawing/2014/main" id="{F2E6D97E-7A6D-5A28-FF0A-4786C40756EC}"/>
              </a:ext>
            </a:extLst>
          </p:cNvPr>
          <p:cNvSpPr>
            <a:spLocks noGrp="1"/>
          </p:cNvSpPr>
          <p:nvPr>
            <p:ph type="body" sz="quarter" idx="10" hasCustomPrompt="1"/>
          </p:nvPr>
        </p:nvSpPr>
        <p:spPr>
          <a:xfrm>
            <a:off x="428624" y="1691640"/>
            <a:ext cx="3784561" cy="1190456"/>
          </a:xfrm>
        </p:spPr>
        <p:txBody>
          <a:bodyPr wrap="none"/>
          <a:lstStyle>
            <a:lvl1pPr marL="0" indent="0">
              <a:spcAft>
                <a:spcPts val="0"/>
              </a:spcAft>
              <a:buNone/>
              <a:defRPr>
                <a:solidFill>
                  <a:schemeClr val="bg1"/>
                </a:solidFill>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a:t>For more information please contact:</a:t>
            </a:r>
            <a:br>
              <a:rPr lang="en-US"/>
            </a:br>
            <a:r>
              <a:rPr lang="en-US"/>
              <a:t>T+ 33 1 98765432</a:t>
            </a:r>
            <a:br>
              <a:rPr lang="en-US"/>
            </a:br>
            <a:r>
              <a:rPr lang="en-US"/>
              <a:t>M+ 33 6 44445678</a:t>
            </a:r>
            <a:br>
              <a:rPr lang="en-US"/>
            </a:br>
            <a:r>
              <a:rPr lang="en-US"/>
              <a:t>firstname.lastname@atos.net</a:t>
            </a:r>
          </a:p>
        </p:txBody>
      </p:sp>
      <p:sp>
        <p:nvSpPr>
          <p:cNvPr id="3" name="AddNotifier#1">
            <a:extLst>
              <a:ext uri="{FF2B5EF4-FFF2-40B4-BE49-F238E27FC236}">
                <a16:creationId xmlns:a16="http://schemas.microsoft.com/office/drawing/2014/main" id="{DEB32E4C-FD35-01ED-4923-78A44A2BBA63}"/>
              </a:ext>
            </a:extLst>
          </p:cNvPr>
          <p:cNvSpPr txBox="1">
            <a:spLocks noChangeArrowheads="1"/>
          </p:cNvSpPr>
          <p:nvPr userDrawn="1"/>
        </p:nvSpPr>
        <p:spPr bwMode="invGray">
          <a:xfrm>
            <a:off x="3511965" y="5580669"/>
            <a:ext cx="3587335"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b" anchorCtr="0">
            <a:spAutoFit/>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r>
              <a:rPr lang="en-US" sz="800" kern="1200" baseline="0">
                <a:solidFill>
                  <a:schemeClr val="bg1"/>
                </a:solidFill>
                <a:latin typeface="+mn-lt"/>
                <a:ea typeface="Verdana" pitchFamily="34" charset="0"/>
                <a:cs typeface="Verdana" pitchFamily="34" charset="0"/>
              </a:rPr>
              <a:t>Atos is a registered trademark of Atos SE. January 2024. © 2024 Atos. Confidential information owned by Atos, to be used by the recipient only. This document, or any part of it, may not be reproduced, copied, circulated and/or distributed nor quoted without prior written approval from Atos.</a:t>
            </a:r>
            <a:endParaRPr lang="en-US" sz="800" baseline="0">
              <a:solidFill>
                <a:schemeClr val="bg1"/>
              </a:solidFill>
              <a:latin typeface="+mn-lt"/>
              <a:ea typeface="Verdana" pitchFamily="34" charset="0"/>
              <a:cs typeface="Verdana" pitchFamily="34" charset="0"/>
            </a:endParaRPr>
          </a:p>
        </p:txBody>
      </p:sp>
      <p:sp>
        <p:nvSpPr>
          <p:cNvPr id="5" name="Graphique 10">
            <a:extLst>
              <a:ext uri="{FF2B5EF4-FFF2-40B4-BE49-F238E27FC236}">
                <a16:creationId xmlns:a16="http://schemas.microsoft.com/office/drawing/2014/main" id="{19A80A2F-D5E3-6F7F-C1EB-15EBCE6C6CAC}"/>
              </a:ext>
            </a:extLst>
          </p:cNvPr>
          <p:cNvSpPr>
            <a:spLocks noChangeAspect="1"/>
          </p:cNvSpPr>
          <p:nvPr userDrawn="1"/>
        </p:nvSpPr>
        <p:spPr>
          <a:xfrm>
            <a:off x="9848292" y="5921362"/>
            <a:ext cx="1920640" cy="587312"/>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
        <p:nvSpPr>
          <p:cNvPr id="10" name="Picture Placeholder 9">
            <a:extLst>
              <a:ext uri="{FF2B5EF4-FFF2-40B4-BE49-F238E27FC236}">
                <a16:creationId xmlns:a16="http://schemas.microsoft.com/office/drawing/2014/main" id="{664728D3-787C-00B9-69B8-1EF2872881D8}"/>
              </a:ext>
            </a:extLst>
          </p:cNvPr>
          <p:cNvSpPr>
            <a:spLocks noGrp="1"/>
          </p:cNvSpPr>
          <p:nvPr>
            <p:ph type="pic" sz="quarter" idx="11" hasCustomPrompt="1"/>
          </p:nvPr>
        </p:nvSpPr>
        <p:spPr>
          <a:xfrm>
            <a:off x="5035868" y="746890"/>
            <a:ext cx="2057400" cy="2057400"/>
          </a:xfrm>
        </p:spPr>
        <p:txBody>
          <a:bodyPr tIns="1097280" bIns="0" anchor="ctr"/>
          <a:lstStyle>
            <a:lvl1pPr marL="0" indent="0" algn="ctr">
              <a:buNone/>
              <a:defRPr sz="1400">
                <a:solidFill>
                  <a:schemeClr val="accent3"/>
                </a:solidFill>
              </a:defRPr>
            </a:lvl1pPr>
          </a:lstStyle>
          <a:p>
            <a:r>
              <a:rPr lang="en-US" noProof="0"/>
              <a:t>Click icon to add QR Code</a:t>
            </a:r>
            <a:endParaRPr lang="en-US"/>
          </a:p>
        </p:txBody>
      </p:sp>
      <p:pic>
        <p:nvPicPr>
          <p:cNvPr id="4" name="Image 3" descr="Une image contenant texte, capture d’écran, Police, Bleu électrique&#10;&#10;Le contenu généré par l’IA peut être incorrect.">
            <a:extLst>
              <a:ext uri="{FF2B5EF4-FFF2-40B4-BE49-F238E27FC236}">
                <a16:creationId xmlns:a16="http://schemas.microsoft.com/office/drawing/2014/main" id="{BCDE9174-F89A-C892-8D5F-0657ACC51815}"/>
              </a:ext>
            </a:extLst>
          </p:cNvPr>
          <p:cNvPicPr>
            <a:picLocks noChangeAspect="1"/>
          </p:cNvPicPr>
          <p:nvPr userDrawn="1"/>
        </p:nvPicPr>
        <p:blipFill>
          <a:blip r:embed="rId4">
            <a:clrChange>
              <a:clrFrom>
                <a:srgbClr val="243783"/>
              </a:clrFrom>
              <a:clrTo>
                <a:srgbClr val="243783">
                  <a:alpha val="0"/>
                </a:srgbClr>
              </a:clrTo>
            </a:clrChange>
            <a:extLst>
              <a:ext uri="{28A0092B-C50C-407E-A947-70E740481C1C}">
                <a14:useLocalDpi xmlns:a14="http://schemas.microsoft.com/office/drawing/2010/main" val="0"/>
              </a:ext>
            </a:extLst>
          </a:blip>
          <a:srcRect l="3140" t="35710" r="3106" b="33449"/>
          <a:stretch>
            <a:fillRect/>
          </a:stretch>
        </p:blipFill>
        <p:spPr>
          <a:xfrm>
            <a:off x="8849056" y="6209968"/>
            <a:ext cx="1919615" cy="446470"/>
          </a:xfrm>
          <a:prstGeom prst="rect">
            <a:avLst/>
          </a:prstGeom>
        </p:spPr>
      </p:pic>
    </p:spTree>
    <p:extLst>
      <p:ext uri="{BB962C8B-B14F-4D97-AF65-F5344CB8AC3E}">
        <p14:creationId xmlns:p14="http://schemas.microsoft.com/office/powerpoint/2010/main" val="216958748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userDrawn="1">
  <p:cSld name="1_Two curve">
    <p:bg>
      <p:bgPr>
        <a:solidFill>
          <a:schemeClr val="accent3"/>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52CDB108-6598-0C55-80C9-43F0EA8BD0C4}"/>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flipV="1">
            <a:off x="6588030" y="0"/>
            <a:ext cx="4884392" cy="4884392"/>
          </a:xfrm>
          <a:prstGeom prst="rect">
            <a:avLst/>
          </a:prstGeom>
        </p:spPr>
      </p:pic>
      <p:pic>
        <p:nvPicPr>
          <p:cNvPr id="8" name="Graphic 7">
            <a:extLst>
              <a:ext uri="{FF2B5EF4-FFF2-40B4-BE49-F238E27FC236}">
                <a16:creationId xmlns:a16="http://schemas.microsoft.com/office/drawing/2014/main" id="{708434B2-C000-651C-6DD8-76477D020A49}"/>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b="59594"/>
          <a:stretch/>
        </p:blipFill>
        <p:spPr>
          <a:xfrm>
            <a:off x="1703638" y="4884393"/>
            <a:ext cx="4884392" cy="1973607"/>
          </a:xfrm>
          <a:prstGeom prst="rect">
            <a:avLst/>
          </a:prstGeom>
        </p:spPr>
      </p:pic>
      <p:sp>
        <p:nvSpPr>
          <p:cNvPr id="3" name="Subtitle 2">
            <a:extLst>
              <a:ext uri="{FF2B5EF4-FFF2-40B4-BE49-F238E27FC236}">
                <a16:creationId xmlns:a16="http://schemas.microsoft.com/office/drawing/2014/main" id="{08CB20BB-49E5-8891-61BA-66B2BCA33FBC}"/>
              </a:ext>
            </a:extLst>
          </p:cNvPr>
          <p:cNvSpPr>
            <a:spLocks noGrp="1"/>
          </p:cNvSpPr>
          <p:nvPr>
            <p:ph type="subTitle" idx="1" hasCustomPrompt="1"/>
          </p:nvPr>
        </p:nvSpPr>
        <p:spPr>
          <a:xfrm>
            <a:off x="428625" y="4765675"/>
            <a:ext cx="3992904" cy="969962"/>
          </a:xfrm>
        </p:spPr>
        <p:txBody>
          <a:bodyPr wrap="none">
            <a:noAutofit/>
          </a:bodyPr>
          <a:lstStyle>
            <a:lvl1pPr marL="0" indent="0" algn="l">
              <a:spcAft>
                <a:spcPts val="0"/>
              </a:spcAft>
              <a:buNone/>
              <a:defRPr sz="18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a:t>
            </a:r>
          </a:p>
        </p:txBody>
      </p:sp>
      <p:sp>
        <p:nvSpPr>
          <p:cNvPr id="4" name="Graphique 10">
            <a:extLst>
              <a:ext uri="{FF2B5EF4-FFF2-40B4-BE49-F238E27FC236}">
                <a16:creationId xmlns:a16="http://schemas.microsoft.com/office/drawing/2014/main" id="{090DB5EA-F397-D75A-9B05-13145E2FB4AB}"/>
              </a:ext>
            </a:extLst>
          </p:cNvPr>
          <p:cNvSpPr>
            <a:spLocks noChangeAspect="1"/>
          </p:cNvSpPr>
          <p:nvPr userDrawn="1"/>
        </p:nvSpPr>
        <p:spPr>
          <a:xfrm>
            <a:off x="10336696" y="5860799"/>
            <a:ext cx="1638970" cy="501180"/>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
        <p:nvSpPr>
          <p:cNvPr id="2" name="Text Placeholder 8">
            <a:extLst>
              <a:ext uri="{FF2B5EF4-FFF2-40B4-BE49-F238E27FC236}">
                <a16:creationId xmlns:a16="http://schemas.microsoft.com/office/drawing/2014/main" id="{065EE574-D841-BFEE-2ABF-3A7979EE97D8}"/>
              </a:ext>
            </a:extLst>
          </p:cNvPr>
          <p:cNvSpPr>
            <a:spLocks noGrp="1"/>
          </p:cNvSpPr>
          <p:nvPr>
            <p:ph type="body" sz="quarter" idx="10" hasCustomPrompt="1"/>
          </p:nvPr>
        </p:nvSpPr>
        <p:spPr>
          <a:xfrm>
            <a:off x="428625" y="1456679"/>
            <a:ext cx="6766560" cy="1844936"/>
          </a:xfrm>
        </p:spPr>
        <p:txBody>
          <a:bodyPr/>
          <a:lstStyle>
            <a:lvl1pPr marL="0" indent="0">
              <a:spcAft>
                <a:spcPts val="300"/>
              </a:spcAft>
              <a:buNone/>
              <a:defRPr sz="4400">
                <a:solidFill>
                  <a:schemeClr val="bg1"/>
                </a:solidFill>
                <a:latin typeface="+mj-lt"/>
              </a:defRPr>
            </a:lvl1pPr>
            <a:lvl2pPr marL="0" indent="0">
              <a:spcAft>
                <a:spcPts val="300"/>
              </a:spcAft>
              <a:buNone/>
              <a:defRPr sz="3200" baseline="0">
                <a:solidFill>
                  <a:schemeClr val="accent3"/>
                </a:solidFill>
                <a:latin typeface="+mj-lt"/>
              </a:defRPr>
            </a:lvl2pPr>
          </a:lstStyle>
          <a:p>
            <a:pPr lvl="0"/>
            <a:r>
              <a:rPr lang="en-US"/>
              <a:t>Presentation title</a:t>
            </a:r>
          </a:p>
        </p:txBody>
      </p:sp>
      <p:sp>
        <p:nvSpPr>
          <p:cNvPr id="5" name="Text Placeholder 5">
            <a:extLst>
              <a:ext uri="{FF2B5EF4-FFF2-40B4-BE49-F238E27FC236}">
                <a16:creationId xmlns:a16="http://schemas.microsoft.com/office/drawing/2014/main" id="{AE0E37F3-8269-71CC-D3D1-3A51C3618C8C}"/>
              </a:ext>
            </a:extLst>
          </p:cNvPr>
          <p:cNvSpPr>
            <a:spLocks noGrp="1"/>
          </p:cNvSpPr>
          <p:nvPr>
            <p:ph type="body" sz="quarter" idx="12" hasCustomPrompt="1"/>
          </p:nvPr>
        </p:nvSpPr>
        <p:spPr>
          <a:xfrm>
            <a:off x="428625" y="2084535"/>
            <a:ext cx="6766560" cy="1217080"/>
          </a:xfrm>
        </p:spPr>
        <p:txBody>
          <a:bodyPr/>
          <a:lstStyle>
            <a:lvl1pPr marL="0" indent="0">
              <a:buNone/>
              <a:defRPr sz="3200">
                <a:solidFill>
                  <a:schemeClr val="accent2"/>
                </a:solidFill>
                <a:latin typeface="+mj-lt"/>
              </a:defRPr>
            </a:lvl1pPr>
          </a:lstStyle>
          <a:p>
            <a:pPr lvl="0"/>
            <a:r>
              <a:rPr lang="en-US"/>
              <a:t>Subtitle</a:t>
            </a:r>
          </a:p>
        </p:txBody>
      </p:sp>
      <p:pic>
        <p:nvPicPr>
          <p:cNvPr id="10" name="Image 9" descr="Une image contenant texte, capture d’écran, Police, Bleu électrique&#10;&#10;Le contenu généré par l’IA peut être incorrect.">
            <a:extLst>
              <a:ext uri="{FF2B5EF4-FFF2-40B4-BE49-F238E27FC236}">
                <a16:creationId xmlns:a16="http://schemas.microsoft.com/office/drawing/2014/main" id="{15D959AD-C270-4479-1DF9-182F520F6716}"/>
              </a:ext>
            </a:extLst>
          </p:cNvPr>
          <p:cNvPicPr>
            <a:picLocks noChangeAspect="1"/>
          </p:cNvPicPr>
          <p:nvPr userDrawn="1"/>
        </p:nvPicPr>
        <p:blipFill>
          <a:blip r:embed="rId3">
            <a:clrChange>
              <a:clrFrom>
                <a:srgbClr val="243783"/>
              </a:clrFrom>
              <a:clrTo>
                <a:srgbClr val="243783">
                  <a:alpha val="0"/>
                </a:srgbClr>
              </a:clrTo>
            </a:clrChange>
            <a:extLst>
              <a:ext uri="{28A0092B-C50C-407E-A947-70E740481C1C}">
                <a14:useLocalDpi xmlns:a14="http://schemas.microsoft.com/office/drawing/2010/main" val="0"/>
              </a:ext>
            </a:extLst>
          </a:blip>
          <a:srcRect l="3140" t="35710" r="3106" b="33449"/>
          <a:stretch>
            <a:fillRect/>
          </a:stretch>
        </p:blipFill>
        <p:spPr>
          <a:xfrm>
            <a:off x="7195185" y="5757170"/>
            <a:ext cx="3045953" cy="708437"/>
          </a:xfrm>
          <a:prstGeom prst="rect">
            <a:avLst/>
          </a:prstGeom>
        </p:spPr>
      </p:pic>
    </p:spTree>
    <p:extLst>
      <p:ext uri="{BB962C8B-B14F-4D97-AF65-F5344CB8AC3E}">
        <p14:creationId xmlns:p14="http://schemas.microsoft.com/office/powerpoint/2010/main" val="399787105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1_Agenda 1">
    <p:spTree>
      <p:nvGrpSpPr>
        <p:cNvPr id="1" name=""/>
        <p:cNvGrpSpPr/>
        <p:nvPr/>
      </p:nvGrpSpPr>
      <p:grpSpPr>
        <a:xfrm>
          <a:off x="0" y="0"/>
          <a:ext cx="0" cy="0"/>
          <a:chOff x="0" y="0"/>
          <a:chExt cx="0" cy="0"/>
        </a:xfrm>
      </p:grpSpPr>
      <p:pic>
        <p:nvPicPr>
          <p:cNvPr id="14" name="Graphic 13">
            <a:extLst>
              <a:ext uri="{FF2B5EF4-FFF2-40B4-BE49-F238E27FC236}">
                <a16:creationId xmlns:a16="http://schemas.microsoft.com/office/drawing/2014/main" id="{F2588EFC-544B-492D-10E8-E969C9B1A61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16200000">
            <a:off x="1117917" y="1285493"/>
            <a:ext cx="1545853" cy="1545853"/>
          </a:xfrm>
          <a:prstGeom prst="rect">
            <a:avLst/>
          </a:prstGeom>
        </p:spPr>
      </p:pic>
      <p:sp>
        <p:nvSpPr>
          <p:cNvPr id="15" name="Text Placeholder 6">
            <a:extLst>
              <a:ext uri="{FF2B5EF4-FFF2-40B4-BE49-F238E27FC236}">
                <a16:creationId xmlns:a16="http://schemas.microsoft.com/office/drawing/2014/main" id="{EB2A93CD-4E60-C2E9-EE37-CFC445B9D364}"/>
              </a:ext>
            </a:extLst>
          </p:cNvPr>
          <p:cNvSpPr>
            <a:spLocks noGrp="1"/>
          </p:cNvSpPr>
          <p:nvPr>
            <p:ph type="body" sz="quarter" idx="10" hasCustomPrompt="1"/>
          </p:nvPr>
        </p:nvSpPr>
        <p:spPr>
          <a:xfrm>
            <a:off x="2954745" y="1446367"/>
            <a:ext cx="343043" cy="369332"/>
          </a:xfrm>
        </p:spPr>
        <p:txBody>
          <a:bodyPr wrap="none">
            <a:spAutoFit/>
          </a:bodyPr>
          <a:lstStyle>
            <a:lvl1pPr marL="0" indent="0" algn="l">
              <a:spcAft>
                <a:spcPts val="0"/>
              </a:spcAft>
              <a:buNone/>
              <a:defRPr sz="2400">
                <a:solidFill>
                  <a:schemeClr val="accent1"/>
                </a:solidFill>
                <a:latin typeface="+mj-lt"/>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a:t>01</a:t>
            </a:r>
          </a:p>
        </p:txBody>
      </p:sp>
      <p:sp>
        <p:nvSpPr>
          <p:cNvPr id="16" name="Text Placeholder 6">
            <a:extLst>
              <a:ext uri="{FF2B5EF4-FFF2-40B4-BE49-F238E27FC236}">
                <a16:creationId xmlns:a16="http://schemas.microsoft.com/office/drawing/2014/main" id="{B6BFBFE4-3CDD-23F5-5639-8F25B2D89308}"/>
              </a:ext>
            </a:extLst>
          </p:cNvPr>
          <p:cNvSpPr>
            <a:spLocks noGrp="1"/>
          </p:cNvSpPr>
          <p:nvPr>
            <p:ph type="body" sz="quarter" idx="11" hasCustomPrompt="1"/>
          </p:nvPr>
        </p:nvSpPr>
        <p:spPr>
          <a:xfrm>
            <a:off x="3674348" y="1446367"/>
            <a:ext cx="7521210" cy="822960"/>
          </a:xfrm>
        </p:spPr>
        <p:txBody>
          <a:bodyPr wrap="none">
            <a:noAutofit/>
          </a:bodyPr>
          <a:lstStyle>
            <a:lvl1pPr marL="0" indent="0">
              <a:spcAft>
                <a:spcPts val="0"/>
              </a:spcAft>
              <a:buNone/>
              <a:defRPr sz="2400">
                <a:solidFill>
                  <a:schemeClr val="accent3"/>
                </a:solidFill>
                <a:latin typeface="Biennale Medium" panose="00000600000000000000" pitchFamily="2" charset="0"/>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a:t>Chapter title example</a:t>
            </a:r>
          </a:p>
        </p:txBody>
      </p:sp>
      <p:sp>
        <p:nvSpPr>
          <p:cNvPr id="17" name="Text Placeholder 6">
            <a:extLst>
              <a:ext uri="{FF2B5EF4-FFF2-40B4-BE49-F238E27FC236}">
                <a16:creationId xmlns:a16="http://schemas.microsoft.com/office/drawing/2014/main" id="{ED66C32D-F14A-D598-9CED-1AF6762A5E24}"/>
              </a:ext>
            </a:extLst>
          </p:cNvPr>
          <p:cNvSpPr>
            <a:spLocks noGrp="1"/>
          </p:cNvSpPr>
          <p:nvPr>
            <p:ph type="body" sz="quarter" idx="12" hasCustomPrompt="1"/>
          </p:nvPr>
        </p:nvSpPr>
        <p:spPr>
          <a:xfrm>
            <a:off x="11406268" y="1446367"/>
            <a:ext cx="355867" cy="307777"/>
          </a:xfrm>
        </p:spPr>
        <p:txBody>
          <a:bodyPr wrap="none">
            <a:spAutoFit/>
          </a:bodyPr>
          <a:lstStyle>
            <a:lvl1pPr marL="0" indent="0" algn="r">
              <a:spcAft>
                <a:spcPts val="0"/>
              </a:spcAft>
              <a:buNone/>
              <a:defRPr sz="2000">
                <a:solidFill>
                  <a:schemeClr val="accent3"/>
                </a:solidFill>
                <a:latin typeface="Biennale Medium" panose="00000600000000000000" pitchFamily="2" charset="0"/>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a:t>00</a:t>
            </a:r>
          </a:p>
        </p:txBody>
      </p:sp>
      <p:sp>
        <p:nvSpPr>
          <p:cNvPr id="21" name="Text Placeholder 6">
            <a:extLst>
              <a:ext uri="{FF2B5EF4-FFF2-40B4-BE49-F238E27FC236}">
                <a16:creationId xmlns:a16="http://schemas.microsoft.com/office/drawing/2014/main" id="{FE67F222-8BC0-46DB-0488-4EFFFFE16455}"/>
              </a:ext>
            </a:extLst>
          </p:cNvPr>
          <p:cNvSpPr>
            <a:spLocks noGrp="1"/>
          </p:cNvSpPr>
          <p:nvPr>
            <p:ph type="body" sz="quarter" idx="16" hasCustomPrompt="1"/>
          </p:nvPr>
        </p:nvSpPr>
        <p:spPr>
          <a:xfrm>
            <a:off x="2954745" y="2713569"/>
            <a:ext cx="395942" cy="369332"/>
          </a:xfrm>
        </p:spPr>
        <p:txBody>
          <a:bodyPr wrap="none">
            <a:spAutoFit/>
          </a:bodyPr>
          <a:lstStyle>
            <a:lvl1pPr marL="0" indent="0" algn="l">
              <a:spcAft>
                <a:spcPts val="0"/>
              </a:spcAft>
              <a:buNone/>
              <a:defRPr sz="2400">
                <a:solidFill>
                  <a:schemeClr val="accent1"/>
                </a:solidFill>
                <a:latin typeface="+mj-lt"/>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a:t>02</a:t>
            </a:r>
          </a:p>
        </p:txBody>
      </p:sp>
      <p:sp>
        <p:nvSpPr>
          <p:cNvPr id="22" name="Text Placeholder 6">
            <a:extLst>
              <a:ext uri="{FF2B5EF4-FFF2-40B4-BE49-F238E27FC236}">
                <a16:creationId xmlns:a16="http://schemas.microsoft.com/office/drawing/2014/main" id="{052699D8-D4CF-B3B4-D06A-47981000D2D6}"/>
              </a:ext>
            </a:extLst>
          </p:cNvPr>
          <p:cNvSpPr>
            <a:spLocks noGrp="1"/>
          </p:cNvSpPr>
          <p:nvPr>
            <p:ph type="body" sz="quarter" idx="17" hasCustomPrompt="1"/>
          </p:nvPr>
        </p:nvSpPr>
        <p:spPr>
          <a:xfrm>
            <a:off x="3674348" y="2713569"/>
            <a:ext cx="7521210" cy="822960"/>
          </a:xfrm>
        </p:spPr>
        <p:txBody>
          <a:bodyPr wrap="none">
            <a:noAutofit/>
          </a:bodyPr>
          <a:lstStyle>
            <a:lvl1pPr marL="0" indent="0">
              <a:spcAft>
                <a:spcPts val="0"/>
              </a:spcAft>
              <a:buNone/>
              <a:defRPr sz="2400">
                <a:solidFill>
                  <a:schemeClr val="accent3"/>
                </a:solidFill>
                <a:latin typeface="Biennale Medium" panose="00000600000000000000" pitchFamily="2" charset="0"/>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a:t>Chapter title example</a:t>
            </a:r>
          </a:p>
        </p:txBody>
      </p:sp>
      <p:sp>
        <p:nvSpPr>
          <p:cNvPr id="23" name="Text Placeholder 6">
            <a:extLst>
              <a:ext uri="{FF2B5EF4-FFF2-40B4-BE49-F238E27FC236}">
                <a16:creationId xmlns:a16="http://schemas.microsoft.com/office/drawing/2014/main" id="{411306F5-4519-15CD-866F-5F4A7FC4C909}"/>
              </a:ext>
            </a:extLst>
          </p:cNvPr>
          <p:cNvSpPr>
            <a:spLocks noGrp="1"/>
          </p:cNvSpPr>
          <p:nvPr>
            <p:ph type="body" sz="quarter" idx="18" hasCustomPrompt="1"/>
          </p:nvPr>
        </p:nvSpPr>
        <p:spPr>
          <a:xfrm>
            <a:off x="11406268" y="2713569"/>
            <a:ext cx="355867" cy="307777"/>
          </a:xfrm>
        </p:spPr>
        <p:txBody>
          <a:bodyPr wrap="none">
            <a:spAutoFit/>
          </a:bodyPr>
          <a:lstStyle>
            <a:lvl1pPr marL="0" indent="0" algn="r">
              <a:spcAft>
                <a:spcPts val="0"/>
              </a:spcAft>
              <a:buNone/>
              <a:defRPr sz="2000">
                <a:solidFill>
                  <a:schemeClr val="accent3"/>
                </a:solidFill>
                <a:latin typeface="Biennale Medium" panose="00000600000000000000" pitchFamily="2" charset="0"/>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a:t>00</a:t>
            </a:r>
          </a:p>
        </p:txBody>
      </p:sp>
      <p:sp>
        <p:nvSpPr>
          <p:cNvPr id="27" name="Text Placeholder 6">
            <a:extLst>
              <a:ext uri="{FF2B5EF4-FFF2-40B4-BE49-F238E27FC236}">
                <a16:creationId xmlns:a16="http://schemas.microsoft.com/office/drawing/2014/main" id="{B9B68E34-011E-4CB0-CFE2-2D2A0AF2BCED}"/>
              </a:ext>
            </a:extLst>
          </p:cNvPr>
          <p:cNvSpPr>
            <a:spLocks noGrp="1"/>
          </p:cNvSpPr>
          <p:nvPr>
            <p:ph type="body" sz="quarter" idx="22" hasCustomPrompt="1"/>
          </p:nvPr>
        </p:nvSpPr>
        <p:spPr>
          <a:xfrm>
            <a:off x="2954745" y="3980771"/>
            <a:ext cx="397545" cy="369332"/>
          </a:xfrm>
        </p:spPr>
        <p:txBody>
          <a:bodyPr wrap="none">
            <a:spAutoFit/>
          </a:bodyPr>
          <a:lstStyle>
            <a:lvl1pPr marL="0" indent="0" algn="l">
              <a:spcAft>
                <a:spcPts val="0"/>
              </a:spcAft>
              <a:buNone/>
              <a:defRPr sz="2400">
                <a:solidFill>
                  <a:schemeClr val="accent1"/>
                </a:solidFill>
                <a:latin typeface="+mj-lt"/>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a:t>03</a:t>
            </a:r>
          </a:p>
        </p:txBody>
      </p:sp>
      <p:sp>
        <p:nvSpPr>
          <p:cNvPr id="28" name="Text Placeholder 6">
            <a:extLst>
              <a:ext uri="{FF2B5EF4-FFF2-40B4-BE49-F238E27FC236}">
                <a16:creationId xmlns:a16="http://schemas.microsoft.com/office/drawing/2014/main" id="{03812F58-59AE-88D3-CF8A-79FDF44771A3}"/>
              </a:ext>
            </a:extLst>
          </p:cNvPr>
          <p:cNvSpPr>
            <a:spLocks noGrp="1"/>
          </p:cNvSpPr>
          <p:nvPr>
            <p:ph type="body" sz="quarter" idx="23" hasCustomPrompt="1"/>
          </p:nvPr>
        </p:nvSpPr>
        <p:spPr>
          <a:xfrm>
            <a:off x="3674348" y="3980771"/>
            <a:ext cx="7521210" cy="822960"/>
          </a:xfrm>
        </p:spPr>
        <p:txBody>
          <a:bodyPr wrap="none">
            <a:noAutofit/>
          </a:bodyPr>
          <a:lstStyle>
            <a:lvl1pPr marL="0" indent="0">
              <a:spcAft>
                <a:spcPts val="0"/>
              </a:spcAft>
              <a:buNone/>
              <a:defRPr sz="2400">
                <a:solidFill>
                  <a:schemeClr val="accent3"/>
                </a:solidFill>
                <a:latin typeface="Biennale Medium" panose="00000600000000000000" pitchFamily="2" charset="0"/>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a:t>Chapter title example</a:t>
            </a:r>
          </a:p>
        </p:txBody>
      </p:sp>
      <p:sp>
        <p:nvSpPr>
          <p:cNvPr id="29" name="Text Placeholder 6">
            <a:extLst>
              <a:ext uri="{FF2B5EF4-FFF2-40B4-BE49-F238E27FC236}">
                <a16:creationId xmlns:a16="http://schemas.microsoft.com/office/drawing/2014/main" id="{3AD46A4C-C28D-01F8-4B53-BCEDBF34EB6E}"/>
              </a:ext>
            </a:extLst>
          </p:cNvPr>
          <p:cNvSpPr>
            <a:spLocks noGrp="1"/>
          </p:cNvSpPr>
          <p:nvPr>
            <p:ph type="body" sz="quarter" idx="24" hasCustomPrompt="1"/>
          </p:nvPr>
        </p:nvSpPr>
        <p:spPr>
          <a:xfrm>
            <a:off x="11406268" y="3980771"/>
            <a:ext cx="355867" cy="307777"/>
          </a:xfrm>
        </p:spPr>
        <p:txBody>
          <a:bodyPr wrap="none">
            <a:spAutoFit/>
          </a:bodyPr>
          <a:lstStyle>
            <a:lvl1pPr marL="0" indent="0" algn="r">
              <a:spcAft>
                <a:spcPts val="0"/>
              </a:spcAft>
              <a:buNone/>
              <a:defRPr sz="2000">
                <a:solidFill>
                  <a:schemeClr val="accent3"/>
                </a:solidFill>
                <a:latin typeface="Biennale Medium" panose="00000600000000000000" pitchFamily="2" charset="0"/>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a:t>00</a:t>
            </a:r>
          </a:p>
        </p:txBody>
      </p:sp>
      <p:sp>
        <p:nvSpPr>
          <p:cNvPr id="30" name="Text Placeholder 6">
            <a:extLst>
              <a:ext uri="{FF2B5EF4-FFF2-40B4-BE49-F238E27FC236}">
                <a16:creationId xmlns:a16="http://schemas.microsoft.com/office/drawing/2014/main" id="{10CF91A1-2C65-DDC3-7FB0-57869A82B885}"/>
              </a:ext>
            </a:extLst>
          </p:cNvPr>
          <p:cNvSpPr>
            <a:spLocks noGrp="1"/>
          </p:cNvSpPr>
          <p:nvPr>
            <p:ph type="body" sz="quarter" idx="25" hasCustomPrompt="1"/>
          </p:nvPr>
        </p:nvSpPr>
        <p:spPr>
          <a:xfrm>
            <a:off x="2954745" y="5247973"/>
            <a:ext cx="403957" cy="369332"/>
          </a:xfrm>
        </p:spPr>
        <p:txBody>
          <a:bodyPr wrap="none">
            <a:spAutoFit/>
          </a:bodyPr>
          <a:lstStyle>
            <a:lvl1pPr marL="0" indent="0" algn="l">
              <a:spcAft>
                <a:spcPts val="0"/>
              </a:spcAft>
              <a:buNone/>
              <a:defRPr sz="2400">
                <a:solidFill>
                  <a:schemeClr val="accent1"/>
                </a:solidFill>
                <a:latin typeface="+mj-lt"/>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a:t>04</a:t>
            </a:r>
          </a:p>
        </p:txBody>
      </p:sp>
      <p:sp>
        <p:nvSpPr>
          <p:cNvPr id="31" name="Text Placeholder 6">
            <a:extLst>
              <a:ext uri="{FF2B5EF4-FFF2-40B4-BE49-F238E27FC236}">
                <a16:creationId xmlns:a16="http://schemas.microsoft.com/office/drawing/2014/main" id="{2D5BC83D-861C-952F-D7CF-4FD8BE970170}"/>
              </a:ext>
            </a:extLst>
          </p:cNvPr>
          <p:cNvSpPr>
            <a:spLocks noGrp="1"/>
          </p:cNvSpPr>
          <p:nvPr>
            <p:ph type="body" sz="quarter" idx="26" hasCustomPrompt="1"/>
          </p:nvPr>
        </p:nvSpPr>
        <p:spPr>
          <a:xfrm>
            <a:off x="3674348" y="5247973"/>
            <a:ext cx="7521210" cy="822960"/>
          </a:xfrm>
        </p:spPr>
        <p:txBody>
          <a:bodyPr wrap="none">
            <a:noAutofit/>
          </a:bodyPr>
          <a:lstStyle>
            <a:lvl1pPr marL="0" indent="0">
              <a:spcAft>
                <a:spcPts val="0"/>
              </a:spcAft>
              <a:buNone/>
              <a:defRPr sz="2400">
                <a:solidFill>
                  <a:schemeClr val="accent3"/>
                </a:solidFill>
                <a:latin typeface="Biennale Medium" panose="00000600000000000000" pitchFamily="2" charset="0"/>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a:t>Chapter title example</a:t>
            </a:r>
          </a:p>
        </p:txBody>
      </p:sp>
      <p:sp>
        <p:nvSpPr>
          <p:cNvPr id="32" name="Text Placeholder 6">
            <a:extLst>
              <a:ext uri="{FF2B5EF4-FFF2-40B4-BE49-F238E27FC236}">
                <a16:creationId xmlns:a16="http://schemas.microsoft.com/office/drawing/2014/main" id="{43CF118A-3D43-543B-9127-40269BE2CD98}"/>
              </a:ext>
            </a:extLst>
          </p:cNvPr>
          <p:cNvSpPr>
            <a:spLocks noGrp="1"/>
          </p:cNvSpPr>
          <p:nvPr>
            <p:ph type="body" sz="quarter" idx="27" hasCustomPrompt="1"/>
          </p:nvPr>
        </p:nvSpPr>
        <p:spPr>
          <a:xfrm>
            <a:off x="11406268" y="5247973"/>
            <a:ext cx="355867" cy="307777"/>
          </a:xfrm>
        </p:spPr>
        <p:txBody>
          <a:bodyPr wrap="none">
            <a:spAutoFit/>
          </a:bodyPr>
          <a:lstStyle>
            <a:lvl1pPr marL="0" indent="0" algn="r">
              <a:spcAft>
                <a:spcPts val="0"/>
              </a:spcAft>
              <a:buNone/>
              <a:defRPr sz="2000">
                <a:solidFill>
                  <a:schemeClr val="accent3"/>
                </a:solidFill>
                <a:latin typeface="Biennale Medium" panose="00000600000000000000" pitchFamily="2" charset="0"/>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a:t>00</a:t>
            </a:r>
          </a:p>
        </p:txBody>
      </p:sp>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sz="3600">
                <a:solidFill>
                  <a:schemeClr val="accent3"/>
                </a:solidFill>
              </a:defRPr>
            </a:lvl1pPr>
          </a:lstStyle>
          <a:p>
            <a:r>
              <a:rPr lang="en-US"/>
              <a:t>Contents</a:t>
            </a:r>
          </a:p>
        </p:txBody>
      </p:sp>
      <p:sp>
        <p:nvSpPr>
          <p:cNvPr id="4" name="Slide Number Placeholder 5">
            <a:extLst>
              <a:ext uri="{FF2B5EF4-FFF2-40B4-BE49-F238E27FC236}">
                <a16:creationId xmlns:a16="http://schemas.microsoft.com/office/drawing/2014/main" id="{26BB2E32-37FB-AE7E-618C-B4D4A78DA92E}"/>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a:t>
            </a:fld>
            <a:endParaRPr lang="nl-NL"/>
          </a:p>
        </p:txBody>
      </p:sp>
    </p:spTree>
    <p:extLst>
      <p:ext uri="{BB962C8B-B14F-4D97-AF65-F5344CB8AC3E}">
        <p14:creationId xmlns:p14="http://schemas.microsoft.com/office/powerpoint/2010/main" val="1275174902"/>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AC272-5DD8-0DF4-A94F-00DC3436595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A76C401-8EDC-0866-0199-63124BBB656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AC5A24E-BFD9-9A6D-2CF9-5B50122EF237}"/>
              </a:ext>
            </a:extLst>
          </p:cNvPr>
          <p:cNvSpPr>
            <a:spLocks noGrp="1"/>
          </p:cNvSpPr>
          <p:nvPr>
            <p:ph type="dt" sz="half" idx="10"/>
          </p:nvPr>
        </p:nvSpPr>
        <p:spPr/>
        <p:txBody>
          <a:bodyPr/>
          <a:lstStyle/>
          <a:p>
            <a:fld id="{A9611ED0-4544-404A-874C-F39A7F1A4428}" type="datetimeFigureOut">
              <a:rPr lang="en-IN" smtClean="0"/>
              <a:t>28-07-2026</a:t>
            </a:fld>
            <a:endParaRPr lang="en-IN"/>
          </a:p>
        </p:txBody>
      </p:sp>
      <p:sp>
        <p:nvSpPr>
          <p:cNvPr id="5" name="Footer Placeholder 4">
            <a:extLst>
              <a:ext uri="{FF2B5EF4-FFF2-40B4-BE49-F238E27FC236}">
                <a16:creationId xmlns:a16="http://schemas.microsoft.com/office/drawing/2014/main" id="{821125E7-562D-2DE7-A6CC-C138A955715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41C8FD3-44C5-636C-8F69-F21F7574D4B0}"/>
              </a:ext>
            </a:extLst>
          </p:cNvPr>
          <p:cNvSpPr>
            <a:spLocks noGrp="1"/>
          </p:cNvSpPr>
          <p:nvPr>
            <p:ph type="sldNum" sz="quarter" idx="12"/>
          </p:nvPr>
        </p:nvSpPr>
        <p:spPr/>
        <p:txBody>
          <a:bodyPr/>
          <a:lstStyle/>
          <a:p>
            <a:fld id="{417FCEC4-D358-49D9-B8D7-4A5681DD7C70}" type="slidenum">
              <a:rPr lang="en-IN" smtClean="0"/>
              <a:t>‹#›</a:t>
            </a:fld>
            <a:endParaRPr lang="en-IN"/>
          </a:p>
        </p:txBody>
      </p:sp>
    </p:spTree>
    <p:extLst>
      <p:ext uri="{BB962C8B-B14F-4D97-AF65-F5344CB8AC3E}">
        <p14:creationId xmlns:p14="http://schemas.microsoft.com/office/powerpoint/2010/main" val="328273436"/>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cSld name="Slide master 1">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81A24"/>
          </a:solidFill>
          <a:ln/>
        </p:spPr>
        <p:txBody>
          <a:bodyPr/>
          <a:lstStyle/>
          <a:p>
            <a:endParaRPr lang="en-IN" sz="2400"/>
          </a:p>
        </p:txBody>
      </p:sp>
      <p:sp>
        <p:nvSpPr>
          <p:cNvPr id="3" name="Shape 1"/>
          <p:cNvSpPr/>
          <p:nvPr/>
        </p:nvSpPr>
        <p:spPr>
          <a:xfrm>
            <a:off x="0" y="0"/>
            <a:ext cx="12192000" cy="6858000"/>
          </a:xfrm>
          <a:prstGeom prst="rect">
            <a:avLst/>
          </a:prstGeom>
          <a:solidFill>
            <a:srgbClr val="252833"/>
          </a:solidFill>
          <a:ln/>
        </p:spPr>
        <p:txBody>
          <a:bodyPr/>
          <a:lstStyle/>
          <a:p>
            <a:endParaRPr lang="en-IN" sz="2400"/>
          </a:p>
        </p:txBody>
      </p:sp>
    </p:spTree>
    <p:extLst>
      <p:ext uri="{BB962C8B-B14F-4D97-AF65-F5344CB8AC3E}">
        <p14:creationId xmlns:p14="http://schemas.microsoft.com/office/powerpoint/2010/main" val="1917880760"/>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7" Type="http://schemas.openxmlformats.org/officeDocument/2006/relationships/slideLayout" Target="../slideLayouts/slideLayout7.xml"/><Relationship Id="rId71"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image" Target="../media/image1.png"/><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BFB"/>
        </a:solidFill>
        <a:effectLst/>
      </p:bgPr>
    </p:bg>
    <p:spTree>
      <p:nvGrpSpPr>
        <p:cNvPr id="1" name=""/>
        <p:cNvGrpSpPr/>
        <p:nvPr/>
      </p:nvGrpSpPr>
      <p:grpSpPr>
        <a:xfrm>
          <a:off x="0" y="0"/>
          <a:ext cx="0" cy="0"/>
          <a:chOff x="0" y="0"/>
          <a:chExt cx="0" cy="0"/>
        </a:xfrm>
      </p:grpSpPr>
      <p:sp>
        <p:nvSpPr>
          <p:cNvPr id="7" name="AddCustomFooter#1">
            <a:extLst>
              <a:ext uri="{FF2B5EF4-FFF2-40B4-BE49-F238E27FC236}">
                <a16:creationId xmlns:a16="http://schemas.microsoft.com/office/drawing/2014/main" id="{E00FAE01-94EC-1357-62EB-1169EE36702E}"/>
              </a:ext>
            </a:extLst>
          </p:cNvPr>
          <p:cNvSpPr txBox="1"/>
          <p:nvPr userDrawn="1"/>
        </p:nvSpPr>
        <p:spPr bwMode="gray">
          <a:xfrm>
            <a:off x="428625" y="6420355"/>
            <a:ext cx="276999" cy="153888"/>
          </a:xfrm>
          <a:prstGeom prst="rect">
            <a:avLst/>
          </a:prstGeom>
          <a:noFill/>
        </p:spPr>
        <p:txBody>
          <a:bodyPr wrap="non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tab pos="274320" algn="l"/>
                <a:tab pos="411480" algn="l"/>
              </a:tabLst>
              <a:defRPr/>
            </a:pPr>
            <a:r>
              <a:rPr kumimoji="0" lang="en-US" sz="1000" b="0" i="0" u="none" strike="noStrike" kern="1200" cap="none" spc="0" normalizeH="0" baseline="0" noProof="0" dirty="0">
                <a:ln>
                  <a:noFill/>
                </a:ln>
                <a:solidFill>
                  <a:schemeClr val="accent3"/>
                </a:solidFill>
                <a:effectLst/>
                <a:uLnTx/>
                <a:uFillTx/>
                <a:latin typeface="+mn-lt"/>
                <a:ea typeface="Verdana" pitchFamily="34" charset="0"/>
                <a:cs typeface="Verdana" pitchFamily="34" charset="0"/>
              </a:rPr>
              <a:t>	</a:t>
            </a:r>
            <a:endParaRPr lang="nl-NL" sz="900" baseline="0" dirty="0">
              <a:solidFill>
                <a:schemeClr val="accent3"/>
              </a:solidFill>
              <a:latin typeface="+mn-lt"/>
              <a:ea typeface="Verdana" pitchFamily="34" charset="0"/>
              <a:cs typeface="Verdana" pitchFamily="34" charset="0"/>
            </a:endParaRPr>
          </a:p>
        </p:txBody>
      </p:sp>
      <p:sp>
        <p:nvSpPr>
          <p:cNvPr id="2" name="Title Placeholder 1">
            <a:extLst>
              <a:ext uri="{FF2B5EF4-FFF2-40B4-BE49-F238E27FC236}">
                <a16:creationId xmlns:a16="http://schemas.microsoft.com/office/drawing/2014/main" id="{BCF9D3E5-713E-2458-85D8-863C02E33FC9}"/>
              </a:ext>
            </a:extLst>
          </p:cNvPr>
          <p:cNvSpPr>
            <a:spLocks noGrp="1"/>
          </p:cNvSpPr>
          <p:nvPr>
            <p:ph type="title"/>
          </p:nvPr>
        </p:nvSpPr>
        <p:spPr>
          <a:xfrm>
            <a:off x="428624" y="291452"/>
            <a:ext cx="11337925" cy="796568"/>
          </a:xfrm>
          <a:prstGeom prst="rect">
            <a:avLst/>
          </a:prstGeom>
        </p:spPr>
        <p:txBody>
          <a:bodyPr vert="horz" lIns="0" tIns="0" rIns="0" bIns="0" rtlCol="0" anchor="t">
            <a:noAutofit/>
          </a:bodyPr>
          <a:lstStyle/>
          <a:p>
            <a:r>
              <a:rPr lang="en-US"/>
              <a:t>Title</a:t>
            </a:r>
          </a:p>
        </p:txBody>
      </p:sp>
      <p:sp>
        <p:nvSpPr>
          <p:cNvPr id="3" name="Text Placeholder 2">
            <a:extLst>
              <a:ext uri="{FF2B5EF4-FFF2-40B4-BE49-F238E27FC236}">
                <a16:creationId xmlns:a16="http://schemas.microsoft.com/office/drawing/2014/main" id="{F4BE1C79-616F-D7C0-02B1-92ECF462DD0D}"/>
              </a:ext>
            </a:extLst>
          </p:cNvPr>
          <p:cNvSpPr>
            <a:spLocks noGrp="1"/>
          </p:cNvSpPr>
          <p:nvPr>
            <p:ph type="body" idx="1"/>
          </p:nvPr>
        </p:nvSpPr>
        <p:spPr>
          <a:xfrm>
            <a:off x="428624" y="1446212"/>
            <a:ext cx="11337926" cy="4630737"/>
          </a:xfrm>
          <a:prstGeom prst="rect">
            <a:avLst/>
          </a:prstGeom>
        </p:spPr>
        <p:txBody>
          <a:bodyPr vert="horz" lIns="0" tIns="0" rIns="0" bIns="0" rtlCol="0">
            <a:noAutofit/>
          </a:bodyPr>
          <a:lstStyle/>
          <a:p>
            <a:pPr lvl="0"/>
            <a:r>
              <a:rPr lang="en-US"/>
              <a:t>Level 01</a:t>
            </a:r>
          </a:p>
          <a:p>
            <a:pPr lvl="1"/>
            <a:r>
              <a:rPr lang="en-US"/>
              <a:t>Level 02</a:t>
            </a:r>
          </a:p>
          <a:p>
            <a:pPr lvl="2"/>
            <a:r>
              <a:rPr lang="en-US"/>
              <a:t>Level 03</a:t>
            </a:r>
          </a:p>
          <a:p>
            <a:pPr lvl="3"/>
            <a:r>
              <a:rPr lang="en-US"/>
              <a:t>Level 04</a:t>
            </a:r>
          </a:p>
          <a:p>
            <a:pPr marL="1143000" marR="0" lvl="4" indent="-228600" algn="l" defTabSz="914400" rtl="0" eaLnBrk="1" fontAlgn="auto" latinLnBrk="0" hangingPunct="1">
              <a:lnSpc>
                <a:spcPct val="100000"/>
              </a:lnSpc>
              <a:spcBef>
                <a:spcPts val="0"/>
              </a:spcBef>
              <a:spcAft>
                <a:spcPts val="600"/>
              </a:spcAft>
              <a:buClr>
                <a:schemeClr val="accent3"/>
              </a:buClr>
              <a:buSzTx/>
              <a:buFont typeface="Arial" panose="020B0604020202020204" pitchFamily="34" charset="0"/>
              <a:buChar char="•"/>
              <a:tabLst/>
              <a:defRPr/>
            </a:pPr>
            <a:r>
              <a:rPr lang="en-US"/>
              <a:t>Level 05</a:t>
            </a:r>
          </a:p>
          <a:p>
            <a:pPr marL="1371600" marR="0" lvl="0" indent="-228600" algn="l" defTabSz="914400" rtl="0" eaLnBrk="1" fontAlgn="auto" latinLnBrk="0" hangingPunct="1">
              <a:lnSpc>
                <a:spcPct val="100000"/>
              </a:lnSpc>
              <a:spcBef>
                <a:spcPts val="0"/>
              </a:spcBef>
              <a:spcAft>
                <a:spcPts val="600"/>
              </a:spcAft>
              <a:buClr>
                <a:schemeClr val="accent3"/>
              </a:buClr>
              <a:buSzTx/>
              <a:buFont typeface="Arial" panose="020B0604020202020204" pitchFamily="34" charset="0"/>
              <a:buChar char="•"/>
              <a:tabLst/>
              <a:defRPr/>
            </a:pPr>
            <a:r>
              <a:rPr lang="en-US"/>
              <a:t>Level 06</a:t>
            </a:r>
          </a:p>
        </p:txBody>
      </p:sp>
      <p:sp>
        <p:nvSpPr>
          <p:cNvPr id="5" name="Graphique 10">
            <a:extLst>
              <a:ext uri="{FF2B5EF4-FFF2-40B4-BE49-F238E27FC236}">
                <a16:creationId xmlns:a16="http://schemas.microsoft.com/office/drawing/2014/main" id="{1C95FD47-5D5D-CF7D-07B8-ABFE4BCD951D}"/>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accent1"/>
          </a:solidFill>
          <a:ln w="5690" cap="flat">
            <a:noFill/>
            <a:prstDash val="solid"/>
            <a:miter/>
          </a:ln>
        </p:spPr>
        <p:txBody>
          <a:bodyPr rtlCol="0" anchor="ctr"/>
          <a:lstStyle/>
          <a:p>
            <a:endParaRPr lang="fr-FR"/>
          </a:p>
        </p:txBody>
      </p:sp>
      <p:sp>
        <p:nvSpPr>
          <p:cNvPr id="6" name="Slide Number Placeholder 5">
            <a:extLst>
              <a:ext uri="{FF2B5EF4-FFF2-40B4-BE49-F238E27FC236}">
                <a16:creationId xmlns:a16="http://schemas.microsoft.com/office/drawing/2014/main" id="{9F567185-ACB9-908F-2962-5980CB3C095C}"/>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a:t>
            </a:fld>
            <a:endParaRPr lang="nl-NL"/>
          </a:p>
        </p:txBody>
      </p:sp>
      <p:pic>
        <p:nvPicPr>
          <p:cNvPr id="2050" name="Picture 2">
            <a:extLst>
              <a:ext uri="{FF2B5EF4-FFF2-40B4-BE49-F238E27FC236}">
                <a16:creationId xmlns:a16="http://schemas.microsoft.com/office/drawing/2014/main" id="{B303B966-2FD0-2AEC-3462-7695129BF3A5}"/>
              </a:ext>
            </a:extLst>
          </p:cNvPr>
          <p:cNvPicPr>
            <a:picLocks noChangeAspect="1" noChangeArrowheads="1"/>
          </p:cNvPicPr>
          <p:nvPr userDrawn="1"/>
        </p:nvPicPr>
        <p:blipFill>
          <a:blip r:embed="rId72">
            <a:extLst>
              <a:ext uri="{28A0092B-C50C-407E-A947-70E740481C1C}">
                <a14:useLocalDpi xmlns:a14="http://schemas.microsoft.com/office/drawing/2010/main" val="0"/>
              </a:ext>
            </a:extLst>
          </a:blip>
          <a:srcRect/>
          <a:stretch>
            <a:fillRect/>
          </a:stretch>
        </p:blipFill>
        <p:spPr bwMode="auto">
          <a:xfrm>
            <a:off x="8767639" y="6261372"/>
            <a:ext cx="1934817" cy="4111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3802451"/>
      </p:ext>
    </p:extLst>
  </p:cSld>
  <p:clrMap bg1="lt1" tx1="dk1" bg2="lt2" tx2="dk2" accent1="accent1" accent2="accent2" accent3="accent3" accent4="accent4" accent5="accent5" accent6="accent6" hlink="hlink" folHlink="folHlink"/>
  <p:sldLayoutIdLst>
    <p:sldLayoutId id="2147483765" r:id="rId1"/>
    <p:sldLayoutId id="2147483766" r:id="rId2"/>
    <p:sldLayoutId id="2147483767" r:id="rId3"/>
    <p:sldLayoutId id="2147483768" r:id="rId4"/>
    <p:sldLayoutId id="2147483769" r:id="rId5"/>
    <p:sldLayoutId id="2147483782" r:id="rId6"/>
    <p:sldLayoutId id="2147483783" r:id="rId7"/>
    <p:sldLayoutId id="2147483650" r:id="rId8"/>
    <p:sldLayoutId id="2147483693" r:id="rId9"/>
    <p:sldLayoutId id="2147483751" r:id="rId10"/>
    <p:sldLayoutId id="2147483752" r:id="rId11"/>
    <p:sldLayoutId id="2147483753" r:id="rId12"/>
    <p:sldLayoutId id="2147483695" r:id="rId13"/>
    <p:sldLayoutId id="2147483754" r:id="rId14"/>
    <p:sldLayoutId id="2147483755" r:id="rId15"/>
    <p:sldLayoutId id="2147483756" r:id="rId16"/>
    <p:sldLayoutId id="2147483757" r:id="rId17"/>
    <p:sldLayoutId id="2147483758" r:id="rId18"/>
    <p:sldLayoutId id="2147483759" r:id="rId19"/>
    <p:sldLayoutId id="2147483760" r:id="rId20"/>
    <p:sldLayoutId id="2147483761" r:id="rId21"/>
    <p:sldLayoutId id="2147483656" r:id="rId22"/>
    <p:sldLayoutId id="2147483746" r:id="rId23"/>
    <p:sldLayoutId id="2147483655" r:id="rId24"/>
    <p:sldLayoutId id="2147483696" r:id="rId25"/>
    <p:sldLayoutId id="2147483697" r:id="rId26"/>
    <p:sldLayoutId id="2147483722" r:id="rId27"/>
    <p:sldLayoutId id="2147483699" r:id="rId28"/>
    <p:sldLayoutId id="2147483703" r:id="rId29"/>
    <p:sldLayoutId id="2147483701" r:id="rId30"/>
    <p:sldLayoutId id="2147483702" r:id="rId31"/>
    <p:sldLayoutId id="2147483704" r:id="rId32"/>
    <p:sldLayoutId id="2147483707" r:id="rId33"/>
    <p:sldLayoutId id="2147483706" r:id="rId34"/>
    <p:sldLayoutId id="2147483705" r:id="rId35"/>
    <p:sldLayoutId id="2147483708" r:id="rId36"/>
    <p:sldLayoutId id="2147483709" r:id="rId37"/>
    <p:sldLayoutId id="2147483724" r:id="rId38"/>
    <p:sldLayoutId id="2147483712" r:id="rId39"/>
    <p:sldLayoutId id="2147483737" r:id="rId40"/>
    <p:sldLayoutId id="2147483739" r:id="rId41"/>
    <p:sldLayoutId id="2147483738" r:id="rId42"/>
    <p:sldLayoutId id="2147483729" r:id="rId43"/>
    <p:sldLayoutId id="2147483730" r:id="rId44"/>
    <p:sldLayoutId id="2147483731" r:id="rId45"/>
    <p:sldLayoutId id="2147483727" r:id="rId46"/>
    <p:sldLayoutId id="2147483750" r:id="rId47"/>
    <p:sldLayoutId id="2147483786" r:id="rId48"/>
    <p:sldLayoutId id="2147483785" r:id="rId49"/>
    <p:sldLayoutId id="2147483788" r:id="rId50"/>
    <p:sldLayoutId id="2147483790" r:id="rId51"/>
    <p:sldLayoutId id="2147483770" r:id="rId52"/>
    <p:sldLayoutId id="2147483771" r:id="rId53"/>
    <p:sldLayoutId id="2147483772" r:id="rId54"/>
    <p:sldLayoutId id="2147483773" r:id="rId55"/>
    <p:sldLayoutId id="2147483774" r:id="rId56"/>
    <p:sldLayoutId id="2147483775" r:id="rId57"/>
    <p:sldLayoutId id="2147483776" r:id="rId58"/>
    <p:sldLayoutId id="2147483777" r:id="rId59"/>
    <p:sldLayoutId id="2147483781" r:id="rId60"/>
    <p:sldLayoutId id="2147483780" r:id="rId61"/>
    <p:sldLayoutId id="2147483779" r:id="rId62"/>
    <p:sldLayoutId id="2147483778" r:id="rId63"/>
    <p:sldLayoutId id="2147483748" r:id="rId64"/>
    <p:sldLayoutId id="2147483664" r:id="rId65"/>
    <p:sldLayoutId id="2147483787" r:id="rId66"/>
    <p:sldLayoutId id="2147483791" r:id="rId67"/>
    <p:sldLayoutId id="2147483793" r:id="rId68"/>
    <p:sldLayoutId id="2147483796" r:id="rId69"/>
    <p:sldLayoutId id="2147483797" r:id="rId70"/>
  </p:sldLayoutIdLst>
  <p:hf hdr="0" ftr="0" dt="0"/>
  <p:txStyles>
    <p:titleStyle>
      <a:lvl1pPr algn="l" defTabSz="914400" rtl="0" eaLnBrk="1" latinLnBrk="0" hangingPunct="1">
        <a:lnSpc>
          <a:spcPct val="100000"/>
        </a:lnSpc>
        <a:spcBef>
          <a:spcPct val="0"/>
        </a:spcBef>
        <a:buNone/>
        <a:defRPr sz="2800" kern="1200">
          <a:solidFill>
            <a:schemeClr val="accent1"/>
          </a:solidFill>
          <a:latin typeface="+mj-lt"/>
          <a:ea typeface="+mj-ea"/>
          <a:cs typeface="+mj-cs"/>
        </a:defRPr>
      </a:lvl1pPr>
    </p:titleStyle>
    <p:bodyStyle>
      <a:lvl1pPr marL="228600" indent="-2286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600" kern="1200">
          <a:solidFill>
            <a:schemeClr val="accent3"/>
          </a:solidFill>
          <a:latin typeface="+mn-lt"/>
          <a:ea typeface="+mn-ea"/>
          <a:cs typeface="+mn-cs"/>
        </a:defRPr>
      </a:lvl1pPr>
      <a:lvl2pPr marL="457200" indent="-2286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600" kern="1200">
          <a:solidFill>
            <a:schemeClr val="accent3"/>
          </a:solidFill>
          <a:latin typeface="+mn-lt"/>
          <a:ea typeface="+mn-ea"/>
          <a:cs typeface="+mn-cs"/>
        </a:defRPr>
      </a:lvl2pPr>
      <a:lvl3pPr marL="685800" indent="-2286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600" kern="1200">
          <a:solidFill>
            <a:schemeClr val="accent3"/>
          </a:solidFill>
          <a:latin typeface="+mn-lt"/>
          <a:ea typeface="+mn-ea"/>
          <a:cs typeface="+mn-cs"/>
        </a:defRPr>
      </a:lvl3pPr>
      <a:lvl4pPr marL="914400" indent="-2286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600" kern="1200">
          <a:solidFill>
            <a:schemeClr val="accent3"/>
          </a:solidFill>
          <a:latin typeface="+mn-lt"/>
          <a:ea typeface="+mn-ea"/>
          <a:cs typeface="+mn-cs"/>
        </a:defRPr>
      </a:lvl4pPr>
      <a:lvl5pPr marL="914400" indent="0" algn="l" defTabSz="914400" rtl="0" eaLnBrk="1" latinLnBrk="0" hangingPunct="1">
        <a:lnSpc>
          <a:spcPct val="100000"/>
        </a:lnSpc>
        <a:spcBef>
          <a:spcPts val="0"/>
        </a:spcBef>
        <a:spcAft>
          <a:spcPts val="600"/>
        </a:spcAft>
        <a:buClr>
          <a:schemeClr val="accent3"/>
        </a:buClr>
        <a:buFont typeface="Arial" panose="020B0604020202020204" pitchFamily="34" charset="0"/>
        <a:buNone/>
        <a:defRPr sz="1600" kern="1200">
          <a:solidFill>
            <a:schemeClr val="accent3"/>
          </a:solidFill>
          <a:latin typeface="+mn-lt"/>
          <a:ea typeface="+mn-ea"/>
          <a:cs typeface="+mn-cs"/>
        </a:defRPr>
      </a:lvl5pPr>
      <a:lvl6pPr marL="1600200" indent="914400" algn="l" defTabSz="914400" rtl="0" eaLnBrk="1" latinLnBrk="0" hangingPunct="1">
        <a:lnSpc>
          <a:spcPct val="90000"/>
        </a:lnSpc>
        <a:spcBef>
          <a:spcPts val="500"/>
        </a:spcBef>
        <a:buFont typeface="Arial" panose="020B0604020202020204" pitchFamily="34" charset="0"/>
        <a:buNone/>
        <a:defRPr sz="1600" kern="1200">
          <a:solidFill>
            <a:schemeClr val="accent3"/>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828" userDrawn="1">
          <p15:clr>
            <a:srgbClr val="F26B43"/>
          </p15:clr>
        </p15:guide>
        <p15:guide id="2" pos="270" userDrawn="1">
          <p15:clr>
            <a:srgbClr val="F26B43"/>
          </p15:clr>
        </p15:guide>
        <p15:guide id="3" pos="7412" userDrawn="1">
          <p15:clr>
            <a:srgbClr val="F26B43"/>
          </p15:clr>
        </p15:guide>
        <p15:guide id="4" orient="horz" pos="911"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8.xml"/></Relationships>
</file>

<file path=ppt/slides/_rels/slide3.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svg"/><Relationship Id="rId1" Type="http://schemas.openxmlformats.org/officeDocument/2006/relationships/slideLayout" Target="../slideLayouts/slideLayout40.xml"/><Relationship Id="rId5" Type="http://schemas.openxmlformats.org/officeDocument/2006/relationships/image" Target="../media/image19.svg"/><Relationship Id="rId4" Type="http://schemas.openxmlformats.org/officeDocument/2006/relationships/image" Target="../media/image18.svg"/></Relationships>
</file>

<file path=ppt/slides/_rels/slide4.xml.rels><?xml version="1.0" encoding="UTF-8" standalone="yes"?>
<Relationships xmlns="http://schemas.openxmlformats.org/package/2006/relationships"><Relationship Id="rId3" Type="http://schemas.openxmlformats.org/officeDocument/2006/relationships/image" Target="../media/image21.svg"/><Relationship Id="rId7" Type="http://schemas.openxmlformats.org/officeDocument/2006/relationships/image" Target="../media/image25.svg"/><Relationship Id="rId2" Type="http://schemas.openxmlformats.org/officeDocument/2006/relationships/image" Target="../media/image20.svg"/><Relationship Id="rId1" Type="http://schemas.openxmlformats.org/officeDocument/2006/relationships/slideLayout" Target="../slideLayouts/slideLayout40.xml"/><Relationship Id="rId6" Type="http://schemas.openxmlformats.org/officeDocument/2006/relationships/image" Target="../media/image24.svg"/><Relationship Id="rId5" Type="http://schemas.openxmlformats.org/officeDocument/2006/relationships/image" Target="../media/image23.svg"/><Relationship Id="rId4" Type="http://schemas.openxmlformats.org/officeDocument/2006/relationships/image" Target="../media/image22.svg"/></Relationships>
</file>

<file path=ppt/slides/_rels/slide5.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svg"/><Relationship Id="rId1" Type="http://schemas.openxmlformats.org/officeDocument/2006/relationships/slideLayout" Target="../slideLayouts/slideLayout40.xml"/><Relationship Id="rId5" Type="http://schemas.openxmlformats.org/officeDocument/2006/relationships/image" Target="../media/image29.svg"/><Relationship Id="rId4" Type="http://schemas.openxmlformats.org/officeDocument/2006/relationships/image" Target="../media/image28.svg"/></Relationships>
</file>

<file path=ppt/slides/_rels/slide6.xml.rels><?xml version="1.0" encoding="UTF-8" standalone="yes"?>
<Relationships xmlns="http://schemas.openxmlformats.org/package/2006/relationships"><Relationship Id="rId3" Type="http://schemas.openxmlformats.org/officeDocument/2006/relationships/hyperlink" Target="https://www.entechus.com/blogs/leveraging-ai-for-proactive-system-monitoring-how-ai-improves-uptime-and-predicts-failures-for-smbs" TargetMode="External"/><Relationship Id="rId2" Type="http://schemas.openxmlformats.org/officeDocument/2006/relationships/image" Target="../media/image30.png"/><Relationship Id="rId1" Type="http://schemas.openxmlformats.org/officeDocument/2006/relationships/slideLayout" Target="../slideLayouts/slideLayout36.xml"/><Relationship Id="rId6" Type="http://schemas.openxmlformats.org/officeDocument/2006/relationships/image" Target="../media/image33.svg"/><Relationship Id="rId5" Type="http://schemas.openxmlformats.org/officeDocument/2006/relationships/image" Target="../media/image32.svg"/><Relationship Id="rId4" Type="http://schemas.openxmlformats.org/officeDocument/2006/relationships/image" Target="../media/image31.svg"/></Relationships>
</file>

<file path=ppt/slides/_rels/slide7.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7.xml"/></Relationships>
</file>

<file path=ppt/slides/_rels/slide8.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xml"/><Relationship Id="rId1" Type="http://schemas.openxmlformats.org/officeDocument/2006/relationships/slideLayout" Target="../slideLayouts/slideLayout70.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7.xml"/></Relationships>
</file>

<file path=ppt/slides/_rels/slide1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42.jpeg"/></Relationships>
</file>

<file path=ppt/slides/_rels/slide12.xml.rels><?xml version="1.0" encoding="UTF-8" standalone="yes"?>
<Relationships xmlns="http://schemas.openxmlformats.org/package/2006/relationships"><Relationship Id="rId8" Type="http://schemas.openxmlformats.org/officeDocument/2006/relationships/hyperlink" Target="https://ar.inspiredpencil.com/pictures-2023/intellectual-property-icon" TargetMode="External"/><Relationship Id="rId3" Type="http://schemas.openxmlformats.org/officeDocument/2006/relationships/image" Target="../media/image43.png"/><Relationship Id="rId7" Type="http://schemas.openxmlformats.org/officeDocument/2006/relationships/image" Target="../media/image45.jpg"/><Relationship Id="rId2" Type="http://schemas.openxmlformats.org/officeDocument/2006/relationships/notesSlide" Target="../notesSlides/notesSlide5.xml"/><Relationship Id="rId1" Type="http://schemas.openxmlformats.org/officeDocument/2006/relationships/slideLayout" Target="../slideLayouts/slideLayout36.xml"/><Relationship Id="rId6" Type="http://schemas.openxmlformats.org/officeDocument/2006/relationships/hyperlink" Target="https://www.animalia-life.club/qa/pictures/knowledge.html" TargetMode="External"/><Relationship Id="rId5" Type="http://schemas.openxmlformats.org/officeDocument/2006/relationships/image" Target="../media/image44.jpg"/><Relationship Id="rId10" Type="http://schemas.openxmlformats.org/officeDocument/2006/relationships/hyperlink" Target="https://www.rawpixel.com/search/flow%20chart" TargetMode="External"/><Relationship Id="rId4" Type="http://schemas.openxmlformats.org/officeDocument/2006/relationships/hyperlink" Target="https://www.deccanherald.com/dhie/news-and-trends/2025/07/30/karnataka-govt-to-drop-proposal-to-increase-daily-working-hours" TargetMode="External"/><Relationship Id="rId9" Type="http://schemas.openxmlformats.org/officeDocument/2006/relationships/image" Target="../media/image46.1"/></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9EF71E80-0B44-2E82-F8AF-7C7FA55D1232}"/>
              </a:ext>
            </a:extLst>
          </p:cNvPr>
          <p:cNvSpPr>
            <a:spLocks noGrp="1"/>
          </p:cNvSpPr>
          <p:nvPr>
            <p:ph type="title" idx="4294967295"/>
          </p:nvPr>
        </p:nvSpPr>
        <p:spPr>
          <a:xfrm>
            <a:off x="189140" y="2267835"/>
            <a:ext cx="7289346" cy="1335337"/>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300"/>
              </a:spcAft>
              <a:buClr>
                <a:schemeClr val="accent3"/>
              </a:buClr>
              <a:buSzTx/>
              <a:buFont typeface="Arial" panose="020B0604020202020204" pitchFamily="34" charset="0"/>
              <a:buNone/>
              <a:tabLst/>
              <a:defRPr/>
            </a:pPr>
            <a:r>
              <a:rPr lang="en-US" sz="4400" dirty="0">
                <a:solidFill>
                  <a:schemeClr val="bg1"/>
                </a:solidFill>
                <a:ea typeface="+mn-ea"/>
                <a:cs typeface="+mn-cs"/>
              </a:rPr>
              <a:t>Sentinel AI</a:t>
            </a:r>
            <a:endParaRPr kumimoji="0" lang="en-US" sz="4400" b="0" i="0" u="none" strike="noStrike" kern="1200" cap="none" spc="0" normalizeH="0" baseline="0" noProof="0" dirty="0">
              <a:ln>
                <a:noFill/>
              </a:ln>
              <a:solidFill>
                <a:schemeClr val="bg1"/>
              </a:solidFill>
              <a:effectLst/>
              <a:uLnTx/>
              <a:uFillTx/>
              <a:latin typeface="+mj-lt"/>
              <a:ea typeface="+mn-ea"/>
              <a:cs typeface="+mn-cs"/>
            </a:endParaRPr>
          </a:p>
        </p:txBody>
      </p:sp>
      <p:sp>
        <p:nvSpPr>
          <p:cNvPr id="12" name="Text Placeholder 11">
            <a:extLst>
              <a:ext uri="{FF2B5EF4-FFF2-40B4-BE49-F238E27FC236}">
                <a16:creationId xmlns:a16="http://schemas.microsoft.com/office/drawing/2014/main" id="{2D4E04B6-C876-D9ED-808E-80B1AEAA3E70}"/>
              </a:ext>
            </a:extLst>
          </p:cNvPr>
          <p:cNvSpPr>
            <a:spLocks noGrp="1"/>
          </p:cNvSpPr>
          <p:nvPr>
            <p:ph type="body" sz="quarter" idx="12"/>
          </p:nvPr>
        </p:nvSpPr>
        <p:spPr>
          <a:xfrm>
            <a:off x="189140" y="3429000"/>
            <a:ext cx="6124574" cy="1757351"/>
          </a:xfrm>
        </p:spPr>
        <p:txBody>
          <a:bodyPr/>
          <a:lstStyle/>
          <a:p>
            <a:endParaRPr lang="en-US" dirty="0"/>
          </a:p>
          <a:p>
            <a:r>
              <a:rPr lang="en-US" dirty="0"/>
              <a:t>Stellantis – Atos </a:t>
            </a:r>
          </a:p>
          <a:p>
            <a:r>
              <a:rPr lang="en-US" dirty="0"/>
              <a:t>Connected Vehicles</a:t>
            </a:r>
          </a:p>
          <a:p>
            <a:endParaRPr lang="en-US" dirty="0"/>
          </a:p>
          <a:p>
            <a:endParaRPr lang="en-US" dirty="0"/>
          </a:p>
        </p:txBody>
      </p:sp>
    </p:spTree>
    <p:extLst>
      <p:ext uri="{BB962C8B-B14F-4D97-AF65-F5344CB8AC3E}">
        <p14:creationId xmlns:p14="http://schemas.microsoft.com/office/powerpoint/2010/main" val="40285264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00C9C-3149-F82C-6482-F3972478E22D}"/>
              </a:ext>
            </a:extLst>
          </p:cNvPr>
          <p:cNvSpPr>
            <a:spLocks noGrp="1"/>
          </p:cNvSpPr>
          <p:nvPr>
            <p:ph type="title"/>
          </p:nvPr>
        </p:nvSpPr>
        <p:spPr/>
        <p:txBody>
          <a:bodyPr/>
          <a:lstStyle/>
          <a:p>
            <a:r>
              <a:rPr lang="en-IN" dirty="0"/>
              <a:t>Contents</a:t>
            </a:r>
          </a:p>
        </p:txBody>
      </p:sp>
      <p:sp>
        <p:nvSpPr>
          <p:cNvPr id="33" name="Text Placeholder 32">
            <a:extLst>
              <a:ext uri="{FF2B5EF4-FFF2-40B4-BE49-F238E27FC236}">
                <a16:creationId xmlns:a16="http://schemas.microsoft.com/office/drawing/2014/main" id="{BE05FB17-E2DC-ED9C-7D15-9CE79E613342}"/>
              </a:ext>
            </a:extLst>
          </p:cNvPr>
          <p:cNvSpPr>
            <a:spLocks noGrp="1"/>
          </p:cNvSpPr>
          <p:nvPr>
            <p:ph type="body" sz="quarter" idx="10"/>
          </p:nvPr>
        </p:nvSpPr>
        <p:spPr/>
        <p:txBody>
          <a:bodyPr/>
          <a:lstStyle/>
          <a:p>
            <a:r>
              <a:rPr lang="en-US"/>
              <a:t>01</a:t>
            </a:r>
          </a:p>
        </p:txBody>
      </p:sp>
      <p:sp>
        <p:nvSpPr>
          <p:cNvPr id="34" name="Text Placeholder 33">
            <a:extLst>
              <a:ext uri="{FF2B5EF4-FFF2-40B4-BE49-F238E27FC236}">
                <a16:creationId xmlns:a16="http://schemas.microsoft.com/office/drawing/2014/main" id="{B512FE08-6956-5F04-9136-D92139C3080B}"/>
              </a:ext>
            </a:extLst>
          </p:cNvPr>
          <p:cNvSpPr>
            <a:spLocks noGrp="1"/>
          </p:cNvSpPr>
          <p:nvPr>
            <p:ph type="body" sz="quarter" idx="11"/>
          </p:nvPr>
        </p:nvSpPr>
        <p:spPr/>
        <p:txBody>
          <a:bodyPr/>
          <a:lstStyle/>
          <a:p>
            <a:r>
              <a:rPr lang="en-IN" b="1" dirty="0"/>
              <a:t>The Challenge</a:t>
            </a:r>
            <a:endParaRPr lang="en-US" dirty="0"/>
          </a:p>
        </p:txBody>
      </p:sp>
      <p:sp>
        <p:nvSpPr>
          <p:cNvPr id="36" name="Text Placeholder 35">
            <a:extLst>
              <a:ext uri="{FF2B5EF4-FFF2-40B4-BE49-F238E27FC236}">
                <a16:creationId xmlns:a16="http://schemas.microsoft.com/office/drawing/2014/main" id="{560FC394-71BA-6F24-2626-27E37F3A6835}"/>
              </a:ext>
            </a:extLst>
          </p:cNvPr>
          <p:cNvSpPr>
            <a:spLocks noGrp="1"/>
          </p:cNvSpPr>
          <p:nvPr>
            <p:ph type="body" sz="quarter" idx="16"/>
          </p:nvPr>
        </p:nvSpPr>
        <p:spPr>
          <a:xfrm>
            <a:off x="2954745" y="2123545"/>
            <a:ext cx="395942" cy="369332"/>
          </a:xfrm>
        </p:spPr>
        <p:txBody>
          <a:bodyPr/>
          <a:lstStyle/>
          <a:p>
            <a:r>
              <a:rPr lang="en-US" dirty="0"/>
              <a:t>02</a:t>
            </a:r>
          </a:p>
        </p:txBody>
      </p:sp>
      <p:sp>
        <p:nvSpPr>
          <p:cNvPr id="37" name="Text Placeholder 36">
            <a:extLst>
              <a:ext uri="{FF2B5EF4-FFF2-40B4-BE49-F238E27FC236}">
                <a16:creationId xmlns:a16="http://schemas.microsoft.com/office/drawing/2014/main" id="{C8E7EA76-E392-C903-D553-AE08E17770D8}"/>
              </a:ext>
            </a:extLst>
          </p:cNvPr>
          <p:cNvSpPr>
            <a:spLocks noGrp="1"/>
          </p:cNvSpPr>
          <p:nvPr>
            <p:ph type="body" sz="quarter" idx="17"/>
          </p:nvPr>
        </p:nvSpPr>
        <p:spPr>
          <a:xfrm>
            <a:off x="3674348" y="2123545"/>
            <a:ext cx="7521210" cy="822960"/>
          </a:xfrm>
        </p:spPr>
        <p:txBody>
          <a:bodyPr/>
          <a:lstStyle/>
          <a:p>
            <a:r>
              <a:rPr lang="en-IN" b="1" dirty="0"/>
              <a:t>The Opportunity</a:t>
            </a:r>
            <a:endParaRPr lang="en-US" dirty="0"/>
          </a:p>
        </p:txBody>
      </p:sp>
      <p:sp>
        <p:nvSpPr>
          <p:cNvPr id="39" name="Text Placeholder 38">
            <a:extLst>
              <a:ext uri="{FF2B5EF4-FFF2-40B4-BE49-F238E27FC236}">
                <a16:creationId xmlns:a16="http://schemas.microsoft.com/office/drawing/2014/main" id="{8F3395F3-5B6B-AA27-6C0E-4730B6F5B5C8}"/>
              </a:ext>
            </a:extLst>
          </p:cNvPr>
          <p:cNvSpPr>
            <a:spLocks noGrp="1"/>
          </p:cNvSpPr>
          <p:nvPr>
            <p:ph type="body" sz="quarter" idx="22"/>
          </p:nvPr>
        </p:nvSpPr>
        <p:spPr>
          <a:xfrm>
            <a:off x="2954745" y="2809599"/>
            <a:ext cx="397545" cy="369332"/>
          </a:xfrm>
        </p:spPr>
        <p:txBody>
          <a:bodyPr/>
          <a:lstStyle/>
          <a:p>
            <a:r>
              <a:rPr lang="en-US" dirty="0"/>
              <a:t>03</a:t>
            </a:r>
          </a:p>
        </p:txBody>
      </p:sp>
      <p:sp>
        <p:nvSpPr>
          <p:cNvPr id="40" name="Text Placeholder 39">
            <a:extLst>
              <a:ext uri="{FF2B5EF4-FFF2-40B4-BE49-F238E27FC236}">
                <a16:creationId xmlns:a16="http://schemas.microsoft.com/office/drawing/2014/main" id="{FA4124A3-4338-5EC1-E088-EC53B057AFC9}"/>
              </a:ext>
            </a:extLst>
          </p:cNvPr>
          <p:cNvSpPr>
            <a:spLocks noGrp="1"/>
          </p:cNvSpPr>
          <p:nvPr>
            <p:ph type="body" sz="quarter" idx="23"/>
          </p:nvPr>
        </p:nvSpPr>
        <p:spPr>
          <a:xfrm>
            <a:off x="3674348" y="2809599"/>
            <a:ext cx="7521210" cy="822960"/>
          </a:xfrm>
        </p:spPr>
        <p:txBody>
          <a:bodyPr/>
          <a:lstStyle/>
          <a:p>
            <a:r>
              <a:rPr lang="en-IN" b="1" dirty="0"/>
              <a:t>Introducing </a:t>
            </a:r>
            <a:r>
              <a:rPr lang="en-IN" b="1" dirty="0" err="1"/>
              <a:t>SentinelAI</a:t>
            </a:r>
            <a:endParaRPr lang="en-US" dirty="0"/>
          </a:p>
        </p:txBody>
      </p:sp>
      <p:sp>
        <p:nvSpPr>
          <p:cNvPr id="42" name="Text Placeholder 41">
            <a:extLst>
              <a:ext uri="{FF2B5EF4-FFF2-40B4-BE49-F238E27FC236}">
                <a16:creationId xmlns:a16="http://schemas.microsoft.com/office/drawing/2014/main" id="{7A32422F-D635-5300-CA0F-A8D359853BEE}"/>
              </a:ext>
            </a:extLst>
          </p:cNvPr>
          <p:cNvSpPr>
            <a:spLocks noGrp="1"/>
          </p:cNvSpPr>
          <p:nvPr>
            <p:ph type="body" sz="quarter" idx="25"/>
          </p:nvPr>
        </p:nvSpPr>
        <p:spPr>
          <a:xfrm>
            <a:off x="2954745" y="5453347"/>
            <a:ext cx="373500" cy="369332"/>
          </a:xfrm>
        </p:spPr>
        <p:txBody>
          <a:bodyPr/>
          <a:lstStyle/>
          <a:p>
            <a:r>
              <a:rPr lang="en-US" dirty="0"/>
              <a:t>07</a:t>
            </a:r>
          </a:p>
        </p:txBody>
      </p:sp>
      <p:sp>
        <p:nvSpPr>
          <p:cNvPr id="43" name="Text Placeholder 42">
            <a:extLst>
              <a:ext uri="{FF2B5EF4-FFF2-40B4-BE49-F238E27FC236}">
                <a16:creationId xmlns:a16="http://schemas.microsoft.com/office/drawing/2014/main" id="{61D4643C-E66B-BA48-A322-1203F1D7EAEF}"/>
              </a:ext>
            </a:extLst>
          </p:cNvPr>
          <p:cNvSpPr>
            <a:spLocks noGrp="1"/>
          </p:cNvSpPr>
          <p:nvPr>
            <p:ph type="body" sz="quarter" idx="26"/>
          </p:nvPr>
        </p:nvSpPr>
        <p:spPr>
          <a:xfrm>
            <a:off x="3674348" y="5453347"/>
            <a:ext cx="7521210" cy="822960"/>
          </a:xfrm>
        </p:spPr>
        <p:txBody>
          <a:bodyPr/>
          <a:lstStyle/>
          <a:p>
            <a:r>
              <a:rPr lang="en-IN" b="1" dirty="0"/>
              <a:t>Strategic ROI</a:t>
            </a:r>
            <a:endParaRPr lang="en-US" dirty="0"/>
          </a:p>
        </p:txBody>
      </p:sp>
      <p:sp>
        <p:nvSpPr>
          <p:cNvPr id="15" name="Slide Number Placeholder 14">
            <a:extLst>
              <a:ext uri="{FF2B5EF4-FFF2-40B4-BE49-F238E27FC236}">
                <a16:creationId xmlns:a16="http://schemas.microsoft.com/office/drawing/2014/main" id="{5F045402-5CF3-15FE-88B8-694742261A48}"/>
              </a:ext>
            </a:extLst>
          </p:cNvPr>
          <p:cNvSpPr>
            <a:spLocks noGrp="1"/>
          </p:cNvSpPr>
          <p:nvPr>
            <p:ph type="sldNum" sz="quarter" idx="4"/>
          </p:nvPr>
        </p:nvSpPr>
        <p:spPr/>
        <p:txBody>
          <a:bodyPr/>
          <a:lstStyle/>
          <a:p>
            <a:fld id="{DAF489CC-3B7A-4DA5-A8C0-4984788D0EC5}" type="slidenum">
              <a:rPr lang="nl-NL" smtClean="0"/>
              <a:pPr/>
              <a:t>2</a:t>
            </a:fld>
            <a:endParaRPr lang="nl-NL"/>
          </a:p>
        </p:txBody>
      </p:sp>
      <p:sp>
        <p:nvSpPr>
          <p:cNvPr id="3" name="Text Placeholder 38">
            <a:extLst>
              <a:ext uri="{FF2B5EF4-FFF2-40B4-BE49-F238E27FC236}">
                <a16:creationId xmlns:a16="http://schemas.microsoft.com/office/drawing/2014/main" id="{785C2C9A-9B56-943E-A1C6-3DC15DDB451D}"/>
              </a:ext>
            </a:extLst>
          </p:cNvPr>
          <p:cNvSpPr txBox="1">
            <a:spLocks/>
          </p:cNvSpPr>
          <p:nvPr/>
        </p:nvSpPr>
        <p:spPr>
          <a:xfrm>
            <a:off x="2954745" y="3459190"/>
            <a:ext cx="403957" cy="369332"/>
          </a:xfrm>
          <a:prstGeom prst="rect">
            <a:avLst/>
          </a:prstGeom>
        </p:spPr>
        <p:txBody>
          <a:bodyPr vert="horz" wrap="none" lIns="0" tIns="0" rIns="0" bIns="0" rtlCol="0">
            <a:spAutoFit/>
          </a:bodyPr>
          <a:lstStyle>
            <a:lvl1pPr marL="0" indent="0" algn="l" defTabSz="914400" rtl="0" eaLnBrk="1" latinLnBrk="0" hangingPunct="1">
              <a:lnSpc>
                <a:spcPct val="100000"/>
              </a:lnSpc>
              <a:spcBef>
                <a:spcPts val="0"/>
              </a:spcBef>
              <a:spcAft>
                <a:spcPts val="0"/>
              </a:spcAft>
              <a:buClr>
                <a:schemeClr val="accent3"/>
              </a:buClr>
              <a:buFont typeface="Arial" panose="020B0604020202020204" pitchFamily="34" charset="0"/>
              <a:buNone/>
              <a:defRPr sz="2400" kern="1200">
                <a:solidFill>
                  <a:schemeClr val="accent1"/>
                </a:solidFill>
                <a:latin typeface="+mj-lt"/>
                <a:ea typeface="+mn-ea"/>
                <a:cs typeface="+mn-cs"/>
              </a:defRPr>
            </a:lvl1pPr>
            <a:lvl2pPr marL="228600" indent="0" algn="l" defTabSz="914400" rtl="0" eaLnBrk="1" latinLnBrk="0" hangingPunct="1">
              <a:lnSpc>
                <a:spcPct val="100000"/>
              </a:lnSpc>
              <a:spcBef>
                <a:spcPts val="0"/>
              </a:spcBef>
              <a:spcAft>
                <a:spcPts val="600"/>
              </a:spcAft>
              <a:buClr>
                <a:schemeClr val="accent3"/>
              </a:buClr>
              <a:buFont typeface="Arial" panose="020B0604020202020204" pitchFamily="34" charset="0"/>
              <a:buNone/>
              <a:defRPr sz="1600" kern="1200">
                <a:solidFill>
                  <a:schemeClr val="bg1"/>
                </a:solidFill>
                <a:latin typeface="+mn-lt"/>
                <a:ea typeface="+mn-ea"/>
                <a:cs typeface="+mn-cs"/>
              </a:defRPr>
            </a:lvl2pPr>
            <a:lvl3pPr marL="457200" indent="0" algn="l" defTabSz="914400" rtl="0" eaLnBrk="1" latinLnBrk="0" hangingPunct="1">
              <a:lnSpc>
                <a:spcPct val="100000"/>
              </a:lnSpc>
              <a:spcBef>
                <a:spcPts val="0"/>
              </a:spcBef>
              <a:spcAft>
                <a:spcPts val="600"/>
              </a:spcAft>
              <a:buClr>
                <a:schemeClr val="accent3"/>
              </a:buClr>
              <a:buFont typeface="Arial" panose="020B0604020202020204" pitchFamily="34" charset="0"/>
              <a:buNone/>
              <a:defRPr sz="1600" kern="1200">
                <a:solidFill>
                  <a:schemeClr val="bg1"/>
                </a:solidFill>
                <a:latin typeface="+mn-lt"/>
                <a:ea typeface="+mn-ea"/>
                <a:cs typeface="+mn-cs"/>
              </a:defRPr>
            </a:lvl3pPr>
            <a:lvl4pPr marL="685800" indent="0" algn="l" defTabSz="914400" rtl="0" eaLnBrk="1" latinLnBrk="0" hangingPunct="1">
              <a:lnSpc>
                <a:spcPct val="100000"/>
              </a:lnSpc>
              <a:spcBef>
                <a:spcPts val="0"/>
              </a:spcBef>
              <a:spcAft>
                <a:spcPts val="600"/>
              </a:spcAft>
              <a:buClr>
                <a:schemeClr val="accent3"/>
              </a:buClr>
              <a:buFont typeface="Arial" panose="020B0604020202020204" pitchFamily="34" charset="0"/>
              <a:buNone/>
              <a:defRPr sz="1600" kern="1200">
                <a:solidFill>
                  <a:schemeClr val="bg1"/>
                </a:solidFill>
                <a:latin typeface="+mn-lt"/>
                <a:ea typeface="+mn-ea"/>
                <a:cs typeface="+mn-cs"/>
              </a:defRPr>
            </a:lvl4pPr>
            <a:lvl5pPr marL="914400" indent="0" algn="l" defTabSz="914400" rtl="0" eaLnBrk="1" latinLnBrk="0" hangingPunct="1">
              <a:lnSpc>
                <a:spcPct val="100000"/>
              </a:lnSpc>
              <a:spcBef>
                <a:spcPts val="0"/>
              </a:spcBef>
              <a:spcAft>
                <a:spcPts val="600"/>
              </a:spcAft>
              <a:buClr>
                <a:schemeClr val="accent3"/>
              </a:buClr>
              <a:buFont typeface="Arial" panose="020B0604020202020204" pitchFamily="34" charset="0"/>
              <a:buNone/>
              <a:defRPr sz="1600" kern="1200">
                <a:solidFill>
                  <a:schemeClr val="bg1"/>
                </a:solidFill>
                <a:latin typeface="+mn-lt"/>
                <a:ea typeface="+mn-ea"/>
                <a:cs typeface="+mn-cs"/>
              </a:defRPr>
            </a:lvl5pPr>
            <a:lvl6pPr marL="1600200" indent="914400" algn="l" defTabSz="914400" rtl="0" eaLnBrk="1" latinLnBrk="0" hangingPunct="1">
              <a:lnSpc>
                <a:spcPct val="90000"/>
              </a:lnSpc>
              <a:spcBef>
                <a:spcPts val="500"/>
              </a:spcBef>
              <a:buFont typeface="Arial" panose="020B0604020202020204" pitchFamily="34" charset="0"/>
              <a:buNone/>
              <a:defRPr sz="1600" kern="1200">
                <a:solidFill>
                  <a:schemeClr val="accent3"/>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04</a:t>
            </a:r>
          </a:p>
        </p:txBody>
      </p:sp>
      <p:sp>
        <p:nvSpPr>
          <p:cNvPr id="4" name="Text Placeholder 39">
            <a:extLst>
              <a:ext uri="{FF2B5EF4-FFF2-40B4-BE49-F238E27FC236}">
                <a16:creationId xmlns:a16="http://schemas.microsoft.com/office/drawing/2014/main" id="{E2885200-9774-C7A3-FC8D-95C6554F9DEC}"/>
              </a:ext>
            </a:extLst>
          </p:cNvPr>
          <p:cNvSpPr txBox="1">
            <a:spLocks/>
          </p:cNvSpPr>
          <p:nvPr/>
        </p:nvSpPr>
        <p:spPr>
          <a:xfrm>
            <a:off x="3674348" y="3459190"/>
            <a:ext cx="7521210" cy="822960"/>
          </a:xfrm>
          <a:prstGeom prst="rect">
            <a:avLst/>
          </a:prstGeom>
        </p:spPr>
        <p:txBody>
          <a:bodyPr vert="horz" wrap="none" lIns="0" tIns="0" rIns="0" bIns="0" rtlCol="0">
            <a:noAutofit/>
          </a:bodyPr>
          <a:lstStyle>
            <a:lvl1pPr marL="0" indent="0" algn="l" defTabSz="914400" rtl="0" eaLnBrk="1" latinLnBrk="0" hangingPunct="1">
              <a:lnSpc>
                <a:spcPct val="100000"/>
              </a:lnSpc>
              <a:spcBef>
                <a:spcPts val="0"/>
              </a:spcBef>
              <a:spcAft>
                <a:spcPts val="0"/>
              </a:spcAft>
              <a:buClr>
                <a:schemeClr val="accent3"/>
              </a:buClr>
              <a:buFont typeface="Arial" panose="020B0604020202020204" pitchFamily="34" charset="0"/>
              <a:buNone/>
              <a:defRPr sz="2400" kern="1200">
                <a:solidFill>
                  <a:schemeClr val="accent3"/>
                </a:solidFill>
                <a:latin typeface="Biennale Medium" panose="00000600000000000000" pitchFamily="2" charset="0"/>
                <a:ea typeface="+mn-ea"/>
                <a:cs typeface="+mn-cs"/>
              </a:defRPr>
            </a:lvl1pPr>
            <a:lvl2pPr marL="228600" indent="0" algn="l" defTabSz="914400" rtl="0" eaLnBrk="1" latinLnBrk="0" hangingPunct="1">
              <a:lnSpc>
                <a:spcPct val="100000"/>
              </a:lnSpc>
              <a:spcBef>
                <a:spcPts val="0"/>
              </a:spcBef>
              <a:spcAft>
                <a:spcPts val="600"/>
              </a:spcAft>
              <a:buClr>
                <a:schemeClr val="accent3"/>
              </a:buClr>
              <a:buFont typeface="Arial" panose="020B0604020202020204" pitchFamily="34" charset="0"/>
              <a:buNone/>
              <a:defRPr sz="1600" kern="1200">
                <a:solidFill>
                  <a:schemeClr val="bg1"/>
                </a:solidFill>
                <a:latin typeface="+mn-lt"/>
                <a:ea typeface="+mn-ea"/>
                <a:cs typeface="+mn-cs"/>
              </a:defRPr>
            </a:lvl2pPr>
            <a:lvl3pPr marL="457200" indent="0" algn="l" defTabSz="914400" rtl="0" eaLnBrk="1" latinLnBrk="0" hangingPunct="1">
              <a:lnSpc>
                <a:spcPct val="100000"/>
              </a:lnSpc>
              <a:spcBef>
                <a:spcPts val="0"/>
              </a:spcBef>
              <a:spcAft>
                <a:spcPts val="600"/>
              </a:spcAft>
              <a:buClr>
                <a:schemeClr val="accent3"/>
              </a:buClr>
              <a:buFont typeface="Arial" panose="020B0604020202020204" pitchFamily="34" charset="0"/>
              <a:buNone/>
              <a:defRPr sz="1600" kern="1200">
                <a:solidFill>
                  <a:schemeClr val="bg1"/>
                </a:solidFill>
                <a:latin typeface="+mn-lt"/>
                <a:ea typeface="+mn-ea"/>
                <a:cs typeface="+mn-cs"/>
              </a:defRPr>
            </a:lvl3pPr>
            <a:lvl4pPr marL="685800" indent="0" algn="l" defTabSz="914400" rtl="0" eaLnBrk="1" latinLnBrk="0" hangingPunct="1">
              <a:lnSpc>
                <a:spcPct val="100000"/>
              </a:lnSpc>
              <a:spcBef>
                <a:spcPts val="0"/>
              </a:spcBef>
              <a:spcAft>
                <a:spcPts val="600"/>
              </a:spcAft>
              <a:buClr>
                <a:schemeClr val="accent3"/>
              </a:buClr>
              <a:buFont typeface="Arial" panose="020B0604020202020204" pitchFamily="34" charset="0"/>
              <a:buNone/>
              <a:defRPr sz="1600" kern="1200">
                <a:solidFill>
                  <a:schemeClr val="bg1"/>
                </a:solidFill>
                <a:latin typeface="+mn-lt"/>
                <a:ea typeface="+mn-ea"/>
                <a:cs typeface="+mn-cs"/>
              </a:defRPr>
            </a:lvl4pPr>
            <a:lvl5pPr marL="914400" indent="0" algn="l" defTabSz="914400" rtl="0" eaLnBrk="1" latinLnBrk="0" hangingPunct="1">
              <a:lnSpc>
                <a:spcPct val="100000"/>
              </a:lnSpc>
              <a:spcBef>
                <a:spcPts val="0"/>
              </a:spcBef>
              <a:spcAft>
                <a:spcPts val="600"/>
              </a:spcAft>
              <a:buClr>
                <a:schemeClr val="accent3"/>
              </a:buClr>
              <a:buFont typeface="Arial" panose="020B0604020202020204" pitchFamily="34" charset="0"/>
              <a:buNone/>
              <a:defRPr sz="1600" kern="1200">
                <a:solidFill>
                  <a:schemeClr val="bg1"/>
                </a:solidFill>
                <a:latin typeface="+mn-lt"/>
                <a:ea typeface="+mn-ea"/>
                <a:cs typeface="+mn-cs"/>
              </a:defRPr>
            </a:lvl5pPr>
            <a:lvl6pPr marL="1600200" indent="914400" algn="l" defTabSz="914400" rtl="0" eaLnBrk="1" latinLnBrk="0" hangingPunct="1">
              <a:lnSpc>
                <a:spcPct val="90000"/>
              </a:lnSpc>
              <a:spcBef>
                <a:spcPts val="500"/>
              </a:spcBef>
              <a:buFont typeface="Arial" panose="020B0604020202020204" pitchFamily="34" charset="0"/>
              <a:buNone/>
              <a:defRPr sz="1600" kern="1200">
                <a:solidFill>
                  <a:schemeClr val="accent3"/>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b="1" dirty="0"/>
              <a:t>Overview - </a:t>
            </a:r>
            <a:r>
              <a:rPr lang="en-IN" b="1" dirty="0" err="1"/>
              <a:t>SentinelAI</a:t>
            </a:r>
            <a:endParaRPr lang="en-US" dirty="0"/>
          </a:p>
        </p:txBody>
      </p:sp>
      <p:sp>
        <p:nvSpPr>
          <p:cNvPr id="6" name="Text Placeholder 38">
            <a:extLst>
              <a:ext uri="{FF2B5EF4-FFF2-40B4-BE49-F238E27FC236}">
                <a16:creationId xmlns:a16="http://schemas.microsoft.com/office/drawing/2014/main" id="{82BE5457-7580-FE0C-FFA8-E0071EBB9191}"/>
              </a:ext>
            </a:extLst>
          </p:cNvPr>
          <p:cNvSpPr txBox="1">
            <a:spLocks/>
          </p:cNvSpPr>
          <p:nvPr/>
        </p:nvSpPr>
        <p:spPr>
          <a:xfrm>
            <a:off x="2954745" y="4131473"/>
            <a:ext cx="392736" cy="369332"/>
          </a:xfrm>
          <a:prstGeom prst="rect">
            <a:avLst/>
          </a:prstGeom>
        </p:spPr>
        <p:txBody>
          <a:bodyPr vert="horz" wrap="none" lIns="0" tIns="0" rIns="0" bIns="0" rtlCol="0">
            <a:spAutoFit/>
          </a:bodyPr>
          <a:lstStyle>
            <a:lvl1pPr marL="0" indent="0" algn="l" defTabSz="914400" rtl="0" eaLnBrk="1" latinLnBrk="0" hangingPunct="1">
              <a:lnSpc>
                <a:spcPct val="100000"/>
              </a:lnSpc>
              <a:spcBef>
                <a:spcPts val="0"/>
              </a:spcBef>
              <a:spcAft>
                <a:spcPts val="0"/>
              </a:spcAft>
              <a:buClr>
                <a:schemeClr val="accent3"/>
              </a:buClr>
              <a:buFont typeface="Arial" panose="020B0604020202020204" pitchFamily="34" charset="0"/>
              <a:buNone/>
              <a:defRPr sz="2400" kern="1200">
                <a:solidFill>
                  <a:schemeClr val="accent1"/>
                </a:solidFill>
                <a:latin typeface="+mj-lt"/>
                <a:ea typeface="+mn-ea"/>
                <a:cs typeface="+mn-cs"/>
              </a:defRPr>
            </a:lvl1pPr>
            <a:lvl2pPr marL="228600" indent="0" algn="l" defTabSz="914400" rtl="0" eaLnBrk="1" latinLnBrk="0" hangingPunct="1">
              <a:lnSpc>
                <a:spcPct val="100000"/>
              </a:lnSpc>
              <a:spcBef>
                <a:spcPts val="0"/>
              </a:spcBef>
              <a:spcAft>
                <a:spcPts val="600"/>
              </a:spcAft>
              <a:buClr>
                <a:schemeClr val="accent3"/>
              </a:buClr>
              <a:buFont typeface="Arial" panose="020B0604020202020204" pitchFamily="34" charset="0"/>
              <a:buNone/>
              <a:defRPr sz="1600" kern="1200">
                <a:solidFill>
                  <a:schemeClr val="bg1"/>
                </a:solidFill>
                <a:latin typeface="+mn-lt"/>
                <a:ea typeface="+mn-ea"/>
                <a:cs typeface="+mn-cs"/>
              </a:defRPr>
            </a:lvl2pPr>
            <a:lvl3pPr marL="457200" indent="0" algn="l" defTabSz="914400" rtl="0" eaLnBrk="1" latinLnBrk="0" hangingPunct="1">
              <a:lnSpc>
                <a:spcPct val="100000"/>
              </a:lnSpc>
              <a:spcBef>
                <a:spcPts val="0"/>
              </a:spcBef>
              <a:spcAft>
                <a:spcPts val="600"/>
              </a:spcAft>
              <a:buClr>
                <a:schemeClr val="accent3"/>
              </a:buClr>
              <a:buFont typeface="Arial" panose="020B0604020202020204" pitchFamily="34" charset="0"/>
              <a:buNone/>
              <a:defRPr sz="1600" kern="1200">
                <a:solidFill>
                  <a:schemeClr val="bg1"/>
                </a:solidFill>
                <a:latin typeface="+mn-lt"/>
                <a:ea typeface="+mn-ea"/>
                <a:cs typeface="+mn-cs"/>
              </a:defRPr>
            </a:lvl3pPr>
            <a:lvl4pPr marL="685800" indent="0" algn="l" defTabSz="914400" rtl="0" eaLnBrk="1" latinLnBrk="0" hangingPunct="1">
              <a:lnSpc>
                <a:spcPct val="100000"/>
              </a:lnSpc>
              <a:spcBef>
                <a:spcPts val="0"/>
              </a:spcBef>
              <a:spcAft>
                <a:spcPts val="600"/>
              </a:spcAft>
              <a:buClr>
                <a:schemeClr val="accent3"/>
              </a:buClr>
              <a:buFont typeface="Arial" panose="020B0604020202020204" pitchFamily="34" charset="0"/>
              <a:buNone/>
              <a:defRPr sz="1600" kern="1200">
                <a:solidFill>
                  <a:schemeClr val="bg1"/>
                </a:solidFill>
                <a:latin typeface="+mn-lt"/>
                <a:ea typeface="+mn-ea"/>
                <a:cs typeface="+mn-cs"/>
              </a:defRPr>
            </a:lvl4pPr>
            <a:lvl5pPr marL="914400" indent="0" algn="l" defTabSz="914400" rtl="0" eaLnBrk="1" latinLnBrk="0" hangingPunct="1">
              <a:lnSpc>
                <a:spcPct val="100000"/>
              </a:lnSpc>
              <a:spcBef>
                <a:spcPts val="0"/>
              </a:spcBef>
              <a:spcAft>
                <a:spcPts val="600"/>
              </a:spcAft>
              <a:buClr>
                <a:schemeClr val="accent3"/>
              </a:buClr>
              <a:buFont typeface="Arial" panose="020B0604020202020204" pitchFamily="34" charset="0"/>
              <a:buNone/>
              <a:defRPr sz="1600" kern="1200">
                <a:solidFill>
                  <a:schemeClr val="bg1"/>
                </a:solidFill>
                <a:latin typeface="+mn-lt"/>
                <a:ea typeface="+mn-ea"/>
                <a:cs typeface="+mn-cs"/>
              </a:defRPr>
            </a:lvl5pPr>
            <a:lvl6pPr marL="1600200" indent="914400" algn="l" defTabSz="914400" rtl="0" eaLnBrk="1" latinLnBrk="0" hangingPunct="1">
              <a:lnSpc>
                <a:spcPct val="90000"/>
              </a:lnSpc>
              <a:spcBef>
                <a:spcPts val="500"/>
              </a:spcBef>
              <a:buFont typeface="Arial" panose="020B0604020202020204" pitchFamily="34" charset="0"/>
              <a:buNone/>
              <a:defRPr sz="1600" kern="1200">
                <a:solidFill>
                  <a:schemeClr val="accent3"/>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05</a:t>
            </a:r>
          </a:p>
        </p:txBody>
      </p:sp>
      <p:sp>
        <p:nvSpPr>
          <p:cNvPr id="8" name="Text Placeholder 39">
            <a:extLst>
              <a:ext uri="{FF2B5EF4-FFF2-40B4-BE49-F238E27FC236}">
                <a16:creationId xmlns:a16="http://schemas.microsoft.com/office/drawing/2014/main" id="{978204CB-5CF1-F6BE-078B-79266FA25B28}"/>
              </a:ext>
            </a:extLst>
          </p:cNvPr>
          <p:cNvSpPr txBox="1">
            <a:spLocks/>
          </p:cNvSpPr>
          <p:nvPr/>
        </p:nvSpPr>
        <p:spPr>
          <a:xfrm>
            <a:off x="3674348" y="4131473"/>
            <a:ext cx="7521210" cy="822960"/>
          </a:xfrm>
          <a:prstGeom prst="rect">
            <a:avLst/>
          </a:prstGeom>
        </p:spPr>
        <p:txBody>
          <a:bodyPr vert="horz" wrap="none" lIns="0" tIns="0" rIns="0" bIns="0" rtlCol="0">
            <a:noAutofit/>
          </a:bodyPr>
          <a:lstStyle>
            <a:lvl1pPr marL="0" indent="0" algn="l" defTabSz="914400" rtl="0" eaLnBrk="1" latinLnBrk="0" hangingPunct="1">
              <a:lnSpc>
                <a:spcPct val="100000"/>
              </a:lnSpc>
              <a:spcBef>
                <a:spcPts val="0"/>
              </a:spcBef>
              <a:spcAft>
                <a:spcPts val="0"/>
              </a:spcAft>
              <a:buClr>
                <a:schemeClr val="accent3"/>
              </a:buClr>
              <a:buFont typeface="Arial" panose="020B0604020202020204" pitchFamily="34" charset="0"/>
              <a:buNone/>
              <a:defRPr sz="2400" kern="1200">
                <a:solidFill>
                  <a:schemeClr val="accent3"/>
                </a:solidFill>
                <a:latin typeface="Biennale Medium" panose="00000600000000000000" pitchFamily="2" charset="0"/>
                <a:ea typeface="+mn-ea"/>
                <a:cs typeface="+mn-cs"/>
              </a:defRPr>
            </a:lvl1pPr>
            <a:lvl2pPr marL="228600" indent="0" algn="l" defTabSz="914400" rtl="0" eaLnBrk="1" latinLnBrk="0" hangingPunct="1">
              <a:lnSpc>
                <a:spcPct val="100000"/>
              </a:lnSpc>
              <a:spcBef>
                <a:spcPts val="0"/>
              </a:spcBef>
              <a:spcAft>
                <a:spcPts val="600"/>
              </a:spcAft>
              <a:buClr>
                <a:schemeClr val="accent3"/>
              </a:buClr>
              <a:buFont typeface="Arial" panose="020B0604020202020204" pitchFamily="34" charset="0"/>
              <a:buNone/>
              <a:defRPr sz="1600" kern="1200">
                <a:solidFill>
                  <a:schemeClr val="bg1"/>
                </a:solidFill>
                <a:latin typeface="+mn-lt"/>
                <a:ea typeface="+mn-ea"/>
                <a:cs typeface="+mn-cs"/>
              </a:defRPr>
            </a:lvl2pPr>
            <a:lvl3pPr marL="457200" indent="0" algn="l" defTabSz="914400" rtl="0" eaLnBrk="1" latinLnBrk="0" hangingPunct="1">
              <a:lnSpc>
                <a:spcPct val="100000"/>
              </a:lnSpc>
              <a:spcBef>
                <a:spcPts val="0"/>
              </a:spcBef>
              <a:spcAft>
                <a:spcPts val="600"/>
              </a:spcAft>
              <a:buClr>
                <a:schemeClr val="accent3"/>
              </a:buClr>
              <a:buFont typeface="Arial" panose="020B0604020202020204" pitchFamily="34" charset="0"/>
              <a:buNone/>
              <a:defRPr sz="1600" kern="1200">
                <a:solidFill>
                  <a:schemeClr val="bg1"/>
                </a:solidFill>
                <a:latin typeface="+mn-lt"/>
                <a:ea typeface="+mn-ea"/>
                <a:cs typeface="+mn-cs"/>
              </a:defRPr>
            </a:lvl3pPr>
            <a:lvl4pPr marL="685800" indent="0" algn="l" defTabSz="914400" rtl="0" eaLnBrk="1" latinLnBrk="0" hangingPunct="1">
              <a:lnSpc>
                <a:spcPct val="100000"/>
              </a:lnSpc>
              <a:spcBef>
                <a:spcPts val="0"/>
              </a:spcBef>
              <a:spcAft>
                <a:spcPts val="600"/>
              </a:spcAft>
              <a:buClr>
                <a:schemeClr val="accent3"/>
              </a:buClr>
              <a:buFont typeface="Arial" panose="020B0604020202020204" pitchFamily="34" charset="0"/>
              <a:buNone/>
              <a:defRPr sz="1600" kern="1200">
                <a:solidFill>
                  <a:schemeClr val="bg1"/>
                </a:solidFill>
                <a:latin typeface="+mn-lt"/>
                <a:ea typeface="+mn-ea"/>
                <a:cs typeface="+mn-cs"/>
              </a:defRPr>
            </a:lvl4pPr>
            <a:lvl5pPr marL="914400" indent="0" algn="l" defTabSz="914400" rtl="0" eaLnBrk="1" latinLnBrk="0" hangingPunct="1">
              <a:lnSpc>
                <a:spcPct val="100000"/>
              </a:lnSpc>
              <a:spcBef>
                <a:spcPts val="0"/>
              </a:spcBef>
              <a:spcAft>
                <a:spcPts val="600"/>
              </a:spcAft>
              <a:buClr>
                <a:schemeClr val="accent3"/>
              </a:buClr>
              <a:buFont typeface="Arial" panose="020B0604020202020204" pitchFamily="34" charset="0"/>
              <a:buNone/>
              <a:defRPr sz="1600" kern="1200">
                <a:solidFill>
                  <a:schemeClr val="bg1"/>
                </a:solidFill>
                <a:latin typeface="+mn-lt"/>
                <a:ea typeface="+mn-ea"/>
                <a:cs typeface="+mn-cs"/>
              </a:defRPr>
            </a:lvl5pPr>
            <a:lvl6pPr marL="1600200" indent="914400" algn="l" defTabSz="914400" rtl="0" eaLnBrk="1" latinLnBrk="0" hangingPunct="1">
              <a:lnSpc>
                <a:spcPct val="90000"/>
              </a:lnSpc>
              <a:spcBef>
                <a:spcPts val="500"/>
              </a:spcBef>
              <a:buFont typeface="Arial" panose="020B0604020202020204" pitchFamily="34" charset="0"/>
              <a:buNone/>
              <a:defRPr sz="1600" kern="1200">
                <a:solidFill>
                  <a:schemeClr val="accent3"/>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b="1" dirty="0"/>
              <a:t>Architecture</a:t>
            </a:r>
            <a:endParaRPr lang="en-US" dirty="0"/>
          </a:p>
        </p:txBody>
      </p:sp>
      <p:sp>
        <p:nvSpPr>
          <p:cNvPr id="9" name="Text Placeholder 41">
            <a:extLst>
              <a:ext uri="{FF2B5EF4-FFF2-40B4-BE49-F238E27FC236}">
                <a16:creationId xmlns:a16="http://schemas.microsoft.com/office/drawing/2014/main" id="{63C6CB47-CB60-D7E3-F686-1067F1BB423D}"/>
              </a:ext>
            </a:extLst>
          </p:cNvPr>
          <p:cNvSpPr txBox="1">
            <a:spLocks/>
          </p:cNvSpPr>
          <p:nvPr/>
        </p:nvSpPr>
        <p:spPr>
          <a:xfrm>
            <a:off x="2954745" y="4799352"/>
            <a:ext cx="399148" cy="369332"/>
          </a:xfrm>
          <a:prstGeom prst="rect">
            <a:avLst/>
          </a:prstGeom>
        </p:spPr>
        <p:txBody>
          <a:bodyPr vert="horz" wrap="none" lIns="0" tIns="0" rIns="0" bIns="0" rtlCol="0">
            <a:spAutoFit/>
          </a:bodyPr>
          <a:lstStyle>
            <a:lvl1pPr marL="0" indent="0" algn="l" defTabSz="914400" rtl="0" eaLnBrk="1" latinLnBrk="0" hangingPunct="1">
              <a:lnSpc>
                <a:spcPct val="100000"/>
              </a:lnSpc>
              <a:spcBef>
                <a:spcPts val="0"/>
              </a:spcBef>
              <a:spcAft>
                <a:spcPts val="0"/>
              </a:spcAft>
              <a:buClr>
                <a:schemeClr val="accent3"/>
              </a:buClr>
              <a:buFont typeface="Arial" panose="020B0604020202020204" pitchFamily="34" charset="0"/>
              <a:buNone/>
              <a:defRPr sz="2400" kern="1200">
                <a:solidFill>
                  <a:schemeClr val="accent1"/>
                </a:solidFill>
                <a:latin typeface="+mj-lt"/>
                <a:ea typeface="+mn-ea"/>
                <a:cs typeface="+mn-cs"/>
              </a:defRPr>
            </a:lvl1pPr>
            <a:lvl2pPr marL="228600" indent="0" algn="l" defTabSz="914400" rtl="0" eaLnBrk="1" latinLnBrk="0" hangingPunct="1">
              <a:lnSpc>
                <a:spcPct val="100000"/>
              </a:lnSpc>
              <a:spcBef>
                <a:spcPts val="0"/>
              </a:spcBef>
              <a:spcAft>
                <a:spcPts val="600"/>
              </a:spcAft>
              <a:buClr>
                <a:schemeClr val="accent3"/>
              </a:buClr>
              <a:buFont typeface="Arial" panose="020B0604020202020204" pitchFamily="34" charset="0"/>
              <a:buNone/>
              <a:defRPr sz="1600" kern="1200">
                <a:solidFill>
                  <a:schemeClr val="bg1"/>
                </a:solidFill>
                <a:latin typeface="+mn-lt"/>
                <a:ea typeface="+mn-ea"/>
                <a:cs typeface="+mn-cs"/>
              </a:defRPr>
            </a:lvl2pPr>
            <a:lvl3pPr marL="457200" indent="0" algn="l" defTabSz="914400" rtl="0" eaLnBrk="1" latinLnBrk="0" hangingPunct="1">
              <a:lnSpc>
                <a:spcPct val="100000"/>
              </a:lnSpc>
              <a:spcBef>
                <a:spcPts val="0"/>
              </a:spcBef>
              <a:spcAft>
                <a:spcPts val="600"/>
              </a:spcAft>
              <a:buClr>
                <a:schemeClr val="accent3"/>
              </a:buClr>
              <a:buFont typeface="Arial" panose="020B0604020202020204" pitchFamily="34" charset="0"/>
              <a:buNone/>
              <a:defRPr sz="1600" kern="1200">
                <a:solidFill>
                  <a:schemeClr val="bg1"/>
                </a:solidFill>
                <a:latin typeface="+mn-lt"/>
                <a:ea typeface="+mn-ea"/>
                <a:cs typeface="+mn-cs"/>
              </a:defRPr>
            </a:lvl3pPr>
            <a:lvl4pPr marL="685800" indent="0" algn="l" defTabSz="914400" rtl="0" eaLnBrk="1" latinLnBrk="0" hangingPunct="1">
              <a:lnSpc>
                <a:spcPct val="100000"/>
              </a:lnSpc>
              <a:spcBef>
                <a:spcPts val="0"/>
              </a:spcBef>
              <a:spcAft>
                <a:spcPts val="600"/>
              </a:spcAft>
              <a:buClr>
                <a:schemeClr val="accent3"/>
              </a:buClr>
              <a:buFont typeface="Arial" panose="020B0604020202020204" pitchFamily="34" charset="0"/>
              <a:buNone/>
              <a:defRPr sz="1600" kern="1200">
                <a:solidFill>
                  <a:schemeClr val="bg1"/>
                </a:solidFill>
                <a:latin typeface="+mn-lt"/>
                <a:ea typeface="+mn-ea"/>
                <a:cs typeface="+mn-cs"/>
              </a:defRPr>
            </a:lvl4pPr>
            <a:lvl5pPr marL="914400" indent="0" algn="l" defTabSz="914400" rtl="0" eaLnBrk="1" latinLnBrk="0" hangingPunct="1">
              <a:lnSpc>
                <a:spcPct val="100000"/>
              </a:lnSpc>
              <a:spcBef>
                <a:spcPts val="0"/>
              </a:spcBef>
              <a:spcAft>
                <a:spcPts val="600"/>
              </a:spcAft>
              <a:buClr>
                <a:schemeClr val="accent3"/>
              </a:buClr>
              <a:buFont typeface="Arial" panose="020B0604020202020204" pitchFamily="34" charset="0"/>
              <a:buNone/>
              <a:defRPr sz="1600" kern="1200">
                <a:solidFill>
                  <a:schemeClr val="bg1"/>
                </a:solidFill>
                <a:latin typeface="+mn-lt"/>
                <a:ea typeface="+mn-ea"/>
                <a:cs typeface="+mn-cs"/>
              </a:defRPr>
            </a:lvl5pPr>
            <a:lvl6pPr marL="1600200" indent="914400" algn="l" defTabSz="914400" rtl="0" eaLnBrk="1" latinLnBrk="0" hangingPunct="1">
              <a:lnSpc>
                <a:spcPct val="90000"/>
              </a:lnSpc>
              <a:spcBef>
                <a:spcPts val="500"/>
              </a:spcBef>
              <a:buFont typeface="Arial" panose="020B0604020202020204" pitchFamily="34" charset="0"/>
              <a:buNone/>
              <a:defRPr sz="1600" kern="1200">
                <a:solidFill>
                  <a:schemeClr val="accent3"/>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06</a:t>
            </a:r>
          </a:p>
        </p:txBody>
      </p:sp>
      <p:sp>
        <p:nvSpPr>
          <p:cNvPr id="10" name="Text Placeholder 42">
            <a:extLst>
              <a:ext uri="{FF2B5EF4-FFF2-40B4-BE49-F238E27FC236}">
                <a16:creationId xmlns:a16="http://schemas.microsoft.com/office/drawing/2014/main" id="{E9CBF33F-D930-D156-3D07-C237C70D3D70}"/>
              </a:ext>
            </a:extLst>
          </p:cNvPr>
          <p:cNvSpPr txBox="1">
            <a:spLocks/>
          </p:cNvSpPr>
          <p:nvPr/>
        </p:nvSpPr>
        <p:spPr>
          <a:xfrm>
            <a:off x="3674348" y="4799352"/>
            <a:ext cx="7521210" cy="822960"/>
          </a:xfrm>
          <a:prstGeom prst="rect">
            <a:avLst/>
          </a:prstGeom>
        </p:spPr>
        <p:txBody>
          <a:bodyPr vert="horz" wrap="none" lIns="0" tIns="0" rIns="0" bIns="0" rtlCol="0">
            <a:noAutofit/>
          </a:bodyPr>
          <a:lstStyle>
            <a:lvl1pPr marL="0" indent="0" algn="l" defTabSz="914400" rtl="0" eaLnBrk="1" latinLnBrk="0" hangingPunct="1">
              <a:lnSpc>
                <a:spcPct val="100000"/>
              </a:lnSpc>
              <a:spcBef>
                <a:spcPts val="0"/>
              </a:spcBef>
              <a:spcAft>
                <a:spcPts val="0"/>
              </a:spcAft>
              <a:buClr>
                <a:schemeClr val="accent3"/>
              </a:buClr>
              <a:buFont typeface="Arial" panose="020B0604020202020204" pitchFamily="34" charset="0"/>
              <a:buNone/>
              <a:defRPr sz="2400" kern="1200">
                <a:solidFill>
                  <a:schemeClr val="accent3"/>
                </a:solidFill>
                <a:latin typeface="Biennale Medium" panose="00000600000000000000" pitchFamily="2" charset="0"/>
                <a:ea typeface="+mn-ea"/>
                <a:cs typeface="+mn-cs"/>
              </a:defRPr>
            </a:lvl1pPr>
            <a:lvl2pPr marL="228600" indent="0" algn="l" defTabSz="914400" rtl="0" eaLnBrk="1" latinLnBrk="0" hangingPunct="1">
              <a:lnSpc>
                <a:spcPct val="100000"/>
              </a:lnSpc>
              <a:spcBef>
                <a:spcPts val="0"/>
              </a:spcBef>
              <a:spcAft>
                <a:spcPts val="600"/>
              </a:spcAft>
              <a:buClr>
                <a:schemeClr val="accent3"/>
              </a:buClr>
              <a:buFont typeface="Arial" panose="020B0604020202020204" pitchFamily="34" charset="0"/>
              <a:buNone/>
              <a:defRPr sz="1600" kern="1200">
                <a:solidFill>
                  <a:schemeClr val="bg1"/>
                </a:solidFill>
                <a:latin typeface="+mn-lt"/>
                <a:ea typeface="+mn-ea"/>
                <a:cs typeface="+mn-cs"/>
              </a:defRPr>
            </a:lvl2pPr>
            <a:lvl3pPr marL="457200" indent="0" algn="l" defTabSz="914400" rtl="0" eaLnBrk="1" latinLnBrk="0" hangingPunct="1">
              <a:lnSpc>
                <a:spcPct val="100000"/>
              </a:lnSpc>
              <a:spcBef>
                <a:spcPts val="0"/>
              </a:spcBef>
              <a:spcAft>
                <a:spcPts val="600"/>
              </a:spcAft>
              <a:buClr>
                <a:schemeClr val="accent3"/>
              </a:buClr>
              <a:buFont typeface="Arial" panose="020B0604020202020204" pitchFamily="34" charset="0"/>
              <a:buNone/>
              <a:defRPr sz="1600" kern="1200">
                <a:solidFill>
                  <a:schemeClr val="bg1"/>
                </a:solidFill>
                <a:latin typeface="+mn-lt"/>
                <a:ea typeface="+mn-ea"/>
                <a:cs typeface="+mn-cs"/>
              </a:defRPr>
            </a:lvl3pPr>
            <a:lvl4pPr marL="685800" indent="0" algn="l" defTabSz="914400" rtl="0" eaLnBrk="1" latinLnBrk="0" hangingPunct="1">
              <a:lnSpc>
                <a:spcPct val="100000"/>
              </a:lnSpc>
              <a:spcBef>
                <a:spcPts val="0"/>
              </a:spcBef>
              <a:spcAft>
                <a:spcPts val="600"/>
              </a:spcAft>
              <a:buClr>
                <a:schemeClr val="accent3"/>
              </a:buClr>
              <a:buFont typeface="Arial" panose="020B0604020202020204" pitchFamily="34" charset="0"/>
              <a:buNone/>
              <a:defRPr sz="1600" kern="1200">
                <a:solidFill>
                  <a:schemeClr val="bg1"/>
                </a:solidFill>
                <a:latin typeface="+mn-lt"/>
                <a:ea typeface="+mn-ea"/>
                <a:cs typeface="+mn-cs"/>
              </a:defRPr>
            </a:lvl4pPr>
            <a:lvl5pPr marL="914400" indent="0" algn="l" defTabSz="914400" rtl="0" eaLnBrk="1" latinLnBrk="0" hangingPunct="1">
              <a:lnSpc>
                <a:spcPct val="100000"/>
              </a:lnSpc>
              <a:spcBef>
                <a:spcPts val="0"/>
              </a:spcBef>
              <a:spcAft>
                <a:spcPts val="600"/>
              </a:spcAft>
              <a:buClr>
                <a:schemeClr val="accent3"/>
              </a:buClr>
              <a:buFont typeface="Arial" panose="020B0604020202020204" pitchFamily="34" charset="0"/>
              <a:buNone/>
              <a:defRPr sz="1600" kern="1200">
                <a:solidFill>
                  <a:schemeClr val="bg1"/>
                </a:solidFill>
                <a:latin typeface="+mn-lt"/>
                <a:ea typeface="+mn-ea"/>
                <a:cs typeface="+mn-cs"/>
              </a:defRPr>
            </a:lvl5pPr>
            <a:lvl6pPr marL="1600200" indent="914400" algn="l" defTabSz="914400" rtl="0" eaLnBrk="1" latinLnBrk="0" hangingPunct="1">
              <a:lnSpc>
                <a:spcPct val="90000"/>
              </a:lnSpc>
              <a:spcBef>
                <a:spcPts val="500"/>
              </a:spcBef>
              <a:buFont typeface="Arial" panose="020B0604020202020204" pitchFamily="34" charset="0"/>
              <a:buNone/>
              <a:defRPr sz="1600" kern="1200">
                <a:solidFill>
                  <a:schemeClr val="accent3"/>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b="1"/>
              <a:t>Future Vision</a:t>
            </a:r>
            <a:endParaRPr lang="en-US" dirty="0"/>
          </a:p>
        </p:txBody>
      </p:sp>
    </p:spTree>
    <p:extLst>
      <p:ext uri="{BB962C8B-B14F-4D97-AF65-F5344CB8AC3E}">
        <p14:creationId xmlns:p14="http://schemas.microsoft.com/office/powerpoint/2010/main" val="36173014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95DA84-698D-5744-0018-4C072D984A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F3018E-414C-0DA1-5B83-AE167BA3D398}"/>
              </a:ext>
            </a:extLst>
          </p:cNvPr>
          <p:cNvSpPr>
            <a:spLocks noGrp="1"/>
          </p:cNvSpPr>
          <p:nvPr>
            <p:ph type="title"/>
          </p:nvPr>
        </p:nvSpPr>
        <p:spPr/>
        <p:txBody>
          <a:bodyPr/>
          <a:lstStyle/>
          <a:p>
            <a:r>
              <a:rPr lang="en-IN" b="1" dirty="0"/>
              <a:t>The Challenge</a:t>
            </a:r>
            <a:r>
              <a:rPr lang="en-IN" dirty="0"/>
              <a:t> - </a:t>
            </a:r>
            <a:r>
              <a:rPr lang="en-IN" b="1" dirty="0"/>
              <a:t>Current Operational Pain Points</a:t>
            </a:r>
            <a:endParaRPr lang="en-IN" dirty="0"/>
          </a:p>
        </p:txBody>
      </p:sp>
      <p:sp>
        <p:nvSpPr>
          <p:cNvPr id="3" name="Text Placeholder 2">
            <a:extLst>
              <a:ext uri="{FF2B5EF4-FFF2-40B4-BE49-F238E27FC236}">
                <a16:creationId xmlns:a16="http://schemas.microsoft.com/office/drawing/2014/main" id="{46DAD5E9-D87A-83FC-0100-4EFC67BC17A5}"/>
              </a:ext>
            </a:extLst>
          </p:cNvPr>
          <p:cNvSpPr>
            <a:spLocks noGrp="1"/>
          </p:cNvSpPr>
          <p:nvPr>
            <p:ph type="body" sz="quarter" idx="10"/>
          </p:nvPr>
        </p:nvSpPr>
        <p:spPr/>
        <p:txBody>
          <a:bodyPr/>
          <a:lstStyle/>
          <a:p>
            <a:r>
              <a:rPr lang="en-IN" dirty="0"/>
              <a:t>	</a:t>
            </a:r>
          </a:p>
        </p:txBody>
      </p:sp>
      <p:sp>
        <p:nvSpPr>
          <p:cNvPr id="5" name="Text Placeholder 4">
            <a:extLst>
              <a:ext uri="{FF2B5EF4-FFF2-40B4-BE49-F238E27FC236}">
                <a16:creationId xmlns:a16="http://schemas.microsoft.com/office/drawing/2014/main" id="{D525CE15-865A-DBB6-B1A5-25674B668E00}"/>
              </a:ext>
            </a:extLst>
          </p:cNvPr>
          <p:cNvSpPr>
            <a:spLocks noGrp="1"/>
          </p:cNvSpPr>
          <p:nvPr>
            <p:ph type="body" sz="quarter" idx="36"/>
          </p:nvPr>
        </p:nvSpPr>
        <p:spPr>
          <a:xfrm>
            <a:off x="4016829" y="1369300"/>
            <a:ext cx="7246801" cy="1005840"/>
          </a:xfrm>
        </p:spPr>
        <p:txBody>
          <a:bodyPr/>
          <a:lstStyle/>
          <a:p>
            <a:r>
              <a:rPr lang="en-US" sz="1800" b="1" dirty="0"/>
              <a:t>🔍 Slow and Manual Investigation: </a:t>
            </a:r>
            <a:r>
              <a:rPr lang="en-US" sz="1400" b="1" dirty="0">
                <a:solidFill>
                  <a:srgbClr val="00005C"/>
                </a:solidFill>
              </a:rPr>
              <a:t>When a production issue occurs, engineers must manually collect information from multiple tools such as logs, monitoring dashboards, GitHub, Jira, and deployment systems before they can even begin troubleshooting.</a:t>
            </a:r>
            <a:endParaRPr lang="en-IN" sz="1400" b="1" dirty="0">
              <a:solidFill>
                <a:srgbClr val="00005C"/>
              </a:solidFill>
              <a:latin typeface="+mn-lt"/>
            </a:endParaRPr>
          </a:p>
        </p:txBody>
      </p:sp>
      <p:sp>
        <p:nvSpPr>
          <p:cNvPr id="7" name="Text Placeholder 6">
            <a:extLst>
              <a:ext uri="{FF2B5EF4-FFF2-40B4-BE49-F238E27FC236}">
                <a16:creationId xmlns:a16="http://schemas.microsoft.com/office/drawing/2014/main" id="{D1AD86C1-0A70-31D5-720E-6B4EE86B5D39}"/>
              </a:ext>
            </a:extLst>
          </p:cNvPr>
          <p:cNvSpPr>
            <a:spLocks noGrp="1"/>
          </p:cNvSpPr>
          <p:nvPr>
            <p:ph type="body" sz="quarter" idx="37"/>
          </p:nvPr>
        </p:nvSpPr>
        <p:spPr>
          <a:xfrm>
            <a:off x="1643605" y="2661324"/>
            <a:ext cx="6466251" cy="1005840"/>
          </a:xfrm>
        </p:spPr>
        <p:txBody>
          <a:bodyPr/>
          <a:lstStyle/>
          <a:p>
            <a:r>
              <a:rPr lang="en-US" sz="1800" b="1" dirty="0">
                <a:solidFill>
                  <a:schemeClr val="accent1"/>
                </a:solidFill>
                <a:latin typeface="+mn-lt"/>
              </a:rPr>
              <a:t>⏱️ Longer Incident Resolution Time</a:t>
            </a:r>
            <a:r>
              <a:rPr lang="en-US" b="1" dirty="0">
                <a:solidFill>
                  <a:schemeClr val="accent1"/>
                </a:solidFill>
                <a:latin typeface="+mn-lt"/>
              </a:rPr>
              <a:t>: </a:t>
            </a:r>
            <a:r>
              <a:rPr lang="en-US" sz="1400" b="1" dirty="0">
                <a:latin typeface="+mn-lt"/>
              </a:rPr>
              <a:t>A significant portion of incident response time is spent gathering and correlating information instead of fixing the actual problem, increasing Mean Time to Resolution (MTTR).</a:t>
            </a:r>
            <a:endParaRPr lang="en-IN" sz="1400" dirty="0">
              <a:latin typeface="+mn-lt"/>
            </a:endParaRPr>
          </a:p>
        </p:txBody>
      </p:sp>
      <p:sp>
        <p:nvSpPr>
          <p:cNvPr id="9" name="Text Placeholder 8">
            <a:extLst>
              <a:ext uri="{FF2B5EF4-FFF2-40B4-BE49-F238E27FC236}">
                <a16:creationId xmlns:a16="http://schemas.microsoft.com/office/drawing/2014/main" id="{2B4ED3B9-7BA9-8F4A-602D-429EF296A06E}"/>
              </a:ext>
            </a:extLst>
          </p:cNvPr>
          <p:cNvSpPr>
            <a:spLocks noGrp="1"/>
          </p:cNvSpPr>
          <p:nvPr>
            <p:ph type="body" sz="quarter" idx="38"/>
          </p:nvPr>
        </p:nvSpPr>
        <p:spPr>
          <a:xfrm>
            <a:off x="4016829" y="3855191"/>
            <a:ext cx="7749719" cy="1005840"/>
          </a:xfrm>
        </p:spPr>
        <p:txBody>
          <a:bodyPr/>
          <a:lstStyle/>
          <a:p>
            <a:r>
              <a:rPr lang="en-US" sz="1800" b="1" dirty="0">
                <a:latin typeface="+mn-lt"/>
              </a:rPr>
              <a:t>🧠 Knowledge Is Scattered</a:t>
            </a:r>
            <a:r>
              <a:rPr lang="en-US" b="1" dirty="0">
                <a:latin typeface="+mn-lt"/>
              </a:rPr>
              <a:t>: </a:t>
            </a:r>
            <a:r>
              <a:rPr lang="en-US" sz="1400" b="1" dirty="0">
                <a:solidFill>
                  <a:srgbClr val="00005C"/>
                </a:solidFill>
                <a:latin typeface="+mn-lt"/>
              </a:rPr>
              <a:t>Critical knowledge is spread across logs, documentation, Jira tickets, code repositories, and the experience of senior engineers. This makes it difficult for teams to quickly find relevant information or learn from previous incidents.</a:t>
            </a:r>
            <a:endParaRPr lang="en-IN" sz="1400" dirty="0">
              <a:solidFill>
                <a:srgbClr val="00005C"/>
              </a:solidFill>
              <a:latin typeface="+mn-lt"/>
            </a:endParaRPr>
          </a:p>
        </p:txBody>
      </p:sp>
      <p:sp>
        <p:nvSpPr>
          <p:cNvPr id="11" name="Text Placeholder 10">
            <a:extLst>
              <a:ext uri="{FF2B5EF4-FFF2-40B4-BE49-F238E27FC236}">
                <a16:creationId xmlns:a16="http://schemas.microsoft.com/office/drawing/2014/main" id="{29C0113F-C000-D934-071E-C51D24D6D22E}"/>
              </a:ext>
            </a:extLst>
          </p:cNvPr>
          <p:cNvSpPr>
            <a:spLocks noGrp="1"/>
          </p:cNvSpPr>
          <p:nvPr>
            <p:ph type="body" sz="quarter" idx="39"/>
          </p:nvPr>
        </p:nvSpPr>
        <p:spPr>
          <a:xfrm>
            <a:off x="1643606" y="5048250"/>
            <a:ext cx="6466250" cy="1005840"/>
          </a:xfrm>
        </p:spPr>
        <p:txBody>
          <a:bodyPr/>
          <a:lstStyle/>
          <a:p>
            <a:r>
              <a:rPr lang="en-US" sz="1800" b="1" dirty="0">
                <a:latin typeface="+mn-lt"/>
              </a:rPr>
              <a:t>🔄 </a:t>
            </a:r>
            <a:r>
              <a:rPr lang="en-US" sz="1800" b="1" dirty="0">
                <a:solidFill>
                  <a:schemeClr val="accent1"/>
                </a:solidFill>
                <a:latin typeface="+mn-lt"/>
              </a:rPr>
              <a:t>Repeated Investigation Effort</a:t>
            </a:r>
            <a:r>
              <a:rPr lang="en-US" b="1" dirty="0">
                <a:solidFill>
                  <a:schemeClr val="accent1"/>
                </a:solidFill>
                <a:latin typeface="+mn-lt"/>
              </a:rPr>
              <a:t>:</a:t>
            </a:r>
            <a:r>
              <a:rPr lang="en-US" sz="1400" b="1" dirty="0">
                <a:solidFill>
                  <a:schemeClr val="accent1"/>
                </a:solidFill>
                <a:latin typeface="+mn-lt"/>
              </a:rPr>
              <a:t> </a:t>
            </a:r>
            <a:r>
              <a:rPr lang="en-US" sz="1400" b="1" dirty="0">
                <a:latin typeface="+mn-lt"/>
              </a:rPr>
              <a:t>Similar production issues are investigated repeatedly because historical incidents, root causes, and resolutions are not centrally connected or easily searchable.</a:t>
            </a:r>
            <a:endParaRPr lang="en-IN" sz="1400" dirty="0">
              <a:latin typeface="+mn-lt"/>
            </a:endParaRPr>
          </a:p>
        </p:txBody>
      </p:sp>
      <p:sp>
        <p:nvSpPr>
          <p:cNvPr id="12" name="Slide Number Placeholder 11">
            <a:extLst>
              <a:ext uri="{FF2B5EF4-FFF2-40B4-BE49-F238E27FC236}">
                <a16:creationId xmlns:a16="http://schemas.microsoft.com/office/drawing/2014/main" id="{220AAD1A-88A7-87F8-24DC-D90C8FF42722}"/>
              </a:ext>
            </a:extLst>
          </p:cNvPr>
          <p:cNvSpPr>
            <a:spLocks noGrp="1"/>
          </p:cNvSpPr>
          <p:nvPr>
            <p:ph type="sldNum" sz="quarter" idx="4"/>
          </p:nvPr>
        </p:nvSpPr>
        <p:spPr/>
        <p:txBody>
          <a:bodyPr/>
          <a:lstStyle/>
          <a:p>
            <a:fld id="{DAF489CC-3B7A-4DA5-A8C0-4984788D0EC5}" type="slidenum">
              <a:rPr lang="nl-NL" smtClean="0"/>
              <a:pPr/>
              <a:t>3</a:t>
            </a:fld>
            <a:endParaRPr lang="nl-NL"/>
          </a:p>
        </p:txBody>
      </p:sp>
      <p:pic>
        <p:nvPicPr>
          <p:cNvPr id="25" name="Image 34" descr="Turtle with solid fill">
            <a:extLst>
              <a:ext uri="{FF2B5EF4-FFF2-40B4-BE49-F238E27FC236}">
                <a16:creationId xmlns:a16="http://schemas.microsoft.com/office/drawing/2014/main" id="{BED681ED-6551-9FCE-9EFD-6CAA62E8BFDC}"/>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643606" y="1091607"/>
            <a:ext cx="2168836" cy="1476107"/>
          </a:xfrm>
          <a:prstGeom prst="rect">
            <a:avLst/>
          </a:prstGeom>
        </p:spPr>
      </p:pic>
      <p:pic>
        <p:nvPicPr>
          <p:cNvPr id="29" name="Image 3" descr="Gauge with solid fill">
            <a:extLst>
              <a:ext uri="{FF2B5EF4-FFF2-40B4-BE49-F238E27FC236}">
                <a16:creationId xmlns:a16="http://schemas.microsoft.com/office/drawing/2014/main" id="{0BAEF496-70B2-D8EF-0DD0-141662DAFDAD}"/>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8633046" y="2600999"/>
            <a:ext cx="1254191" cy="1254191"/>
          </a:xfrm>
          <a:prstGeom prst="rect">
            <a:avLst/>
          </a:prstGeom>
        </p:spPr>
      </p:pic>
      <p:pic>
        <p:nvPicPr>
          <p:cNvPr id="31" name="Image 7" descr="Scientific Thought with solid fill">
            <a:extLst>
              <a:ext uri="{FF2B5EF4-FFF2-40B4-BE49-F238E27FC236}">
                <a16:creationId xmlns:a16="http://schemas.microsoft.com/office/drawing/2014/main" id="{EB8C8F40-C16E-4916-4BBC-96A91CE78E25}"/>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2037477" y="3740294"/>
            <a:ext cx="1272578" cy="1272578"/>
          </a:xfrm>
          <a:prstGeom prst="rect">
            <a:avLst/>
          </a:prstGeom>
        </p:spPr>
      </p:pic>
      <p:pic>
        <p:nvPicPr>
          <p:cNvPr id="33" name="Image 12" descr="Repeat with solid fill">
            <a:extLst>
              <a:ext uri="{FF2B5EF4-FFF2-40B4-BE49-F238E27FC236}">
                <a16:creationId xmlns:a16="http://schemas.microsoft.com/office/drawing/2014/main" id="{AE60F05D-B727-6A23-0900-62F5A6C309BC}"/>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rot="5400000">
            <a:off x="9039528" y="5048249"/>
            <a:ext cx="1005841" cy="1005841"/>
          </a:xfrm>
          <a:prstGeom prst="rect">
            <a:avLst/>
          </a:prstGeom>
        </p:spPr>
      </p:pic>
    </p:spTree>
    <p:extLst>
      <p:ext uri="{BB962C8B-B14F-4D97-AF65-F5344CB8AC3E}">
        <p14:creationId xmlns:p14="http://schemas.microsoft.com/office/powerpoint/2010/main" val="42456521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349EF9-FEC1-270C-20E3-3BD40E2B78D9}"/>
              </a:ext>
            </a:extLst>
          </p:cNvPr>
          <p:cNvSpPr>
            <a:spLocks noGrp="1"/>
          </p:cNvSpPr>
          <p:nvPr>
            <p:ph type="title"/>
          </p:nvPr>
        </p:nvSpPr>
        <p:spPr/>
        <p:txBody>
          <a:bodyPr/>
          <a:lstStyle/>
          <a:p>
            <a:r>
              <a:rPr lang="en-IN" b="1" dirty="0"/>
              <a:t>The Opportunity – Why an AI Layer on Top of Observability?</a:t>
            </a:r>
            <a:endParaRPr lang="en-IN" dirty="0"/>
          </a:p>
        </p:txBody>
      </p:sp>
      <p:sp>
        <p:nvSpPr>
          <p:cNvPr id="5" name="Text Placeholder 4">
            <a:extLst>
              <a:ext uri="{FF2B5EF4-FFF2-40B4-BE49-F238E27FC236}">
                <a16:creationId xmlns:a16="http://schemas.microsoft.com/office/drawing/2014/main" id="{D1E975CD-BA3B-DFAC-5D30-5B4AABF4508A}"/>
              </a:ext>
            </a:extLst>
          </p:cNvPr>
          <p:cNvSpPr>
            <a:spLocks noGrp="1"/>
          </p:cNvSpPr>
          <p:nvPr>
            <p:ph type="body" sz="quarter" idx="36"/>
          </p:nvPr>
        </p:nvSpPr>
        <p:spPr>
          <a:xfrm>
            <a:off x="5559604" y="1053371"/>
            <a:ext cx="6168715" cy="1278805"/>
          </a:xfrm>
        </p:spPr>
        <p:txBody>
          <a:bodyPr/>
          <a:lstStyle/>
          <a:p>
            <a:r>
              <a:rPr lang="en-IN" sz="1800" dirty="0"/>
              <a:t>🤖 </a:t>
            </a:r>
            <a:r>
              <a:rPr lang="en-IN" sz="1800" b="1" dirty="0"/>
              <a:t>Turn Raw Data into Actionable Insights</a:t>
            </a:r>
            <a:r>
              <a:rPr lang="en-IN" b="1" dirty="0"/>
              <a:t>:</a:t>
            </a:r>
            <a:r>
              <a:rPr lang="en-IN" dirty="0"/>
              <a:t> </a:t>
            </a:r>
            <a:r>
              <a:rPr lang="en-US" sz="1400" dirty="0">
                <a:solidFill>
                  <a:srgbClr val="00005C"/>
                </a:solidFill>
              </a:rPr>
              <a:t>Production logs, monitoring data, and engineering tools generate huge amounts of information. </a:t>
            </a:r>
            <a:r>
              <a:rPr lang="en-US" sz="1400" dirty="0" err="1">
                <a:solidFill>
                  <a:srgbClr val="00005C"/>
                </a:solidFill>
              </a:rPr>
              <a:t>SentinelAI</a:t>
            </a:r>
            <a:r>
              <a:rPr lang="en-US" sz="1400" dirty="0">
                <a:solidFill>
                  <a:srgbClr val="00005C"/>
                </a:solidFill>
              </a:rPr>
              <a:t> correlates this data and provides clear, evidence-based insights instead of leaving engineers to manually analyze thousands of log lines.</a:t>
            </a:r>
          </a:p>
          <a:p>
            <a:endParaRPr lang="en-IN" sz="1400" dirty="0"/>
          </a:p>
        </p:txBody>
      </p:sp>
      <p:sp>
        <p:nvSpPr>
          <p:cNvPr id="7" name="Text Placeholder 6">
            <a:extLst>
              <a:ext uri="{FF2B5EF4-FFF2-40B4-BE49-F238E27FC236}">
                <a16:creationId xmlns:a16="http://schemas.microsoft.com/office/drawing/2014/main" id="{175B7BC0-8A8C-7119-10DD-93D51B219771}"/>
              </a:ext>
            </a:extLst>
          </p:cNvPr>
          <p:cNvSpPr>
            <a:spLocks noGrp="1"/>
          </p:cNvSpPr>
          <p:nvPr>
            <p:ph type="body" sz="quarter" idx="37"/>
          </p:nvPr>
        </p:nvSpPr>
        <p:spPr>
          <a:xfrm>
            <a:off x="1615032" y="2661324"/>
            <a:ext cx="5985630" cy="1005840"/>
          </a:xfrm>
        </p:spPr>
        <p:txBody>
          <a:bodyPr/>
          <a:lstStyle/>
          <a:p>
            <a:r>
              <a:rPr lang="en-US" sz="1800" dirty="0">
                <a:solidFill>
                  <a:schemeClr val="accent1"/>
                </a:solidFill>
              </a:rPr>
              <a:t>Faster Recovery Times</a:t>
            </a:r>
            <a:r>
              <a:rPr lang="en-US" dirty="0">
                <a:solidFill>
                  <a:schemeClr val="accent1"/>
                </a:solidFill>
              </a:rPr>
              <a:t>: </a:t>
            </a:r>
            <a:r>
              <a:rPr lang="en-US" sz="1400" dirty="0"/>
              <a:t>Companies using AI-assisted triage tools resolve their system outages 30% to 50% faster than those using traditional manual methods.</a:t>
            </a:r>
          </a:p>
        </p:txBody>
      </p:sp>
      <p:sp>
        <p:nvSpPr>
          <p:cNvPr id="9" name="Text Placeholder 8">
            <a:extLst>
              <a:ext uri="{FF2B5EF4-FFF2-40B4-BE49-F238E27FC236}">
                <a16:creationId xmlns:a16="http://schemas.microsoft.com/office/drawing/2014/main" id="{059F5706-B45E-B35E-D601-53EA4886C60D}"/>
              </a:ext>
            </a:extLst>
          </p:cNvPr>
          <p:cNvSpPr>
            <a:spLocks noGrp="1"/>
          </p:cNvSpPr>
          <p:nvPr>
            <p:ph type="body" sz="quarter" idx="38"/>
          </p:nvPr>
        </p:nvSpPr>
        <p:spPr>
          <a:xfrm>
            <a:off x="6372225" y="3855191"/>
            <a:ext cx="5365749" cy="1005840"/>
          </a:xfrm>
        </p:spPr>
        <p:txBody>
          <a:bodyPr/>
          <a:lstStyle/>
          <a:p>
            <a:r>
              <a:rPr lang="en-US" sz="1800" dirty="0"/>
              <a:t>Searchable Outage Memory</a:t>
            </a:r>
            <a:r>
              <a:rPr lang="en-US" dirty="0"/>
              <a:t>: </a:t>
            </a:r>
            <a:r>
              <a:rPr lang="en-US" sz="1400" dirty="0" err="1">
                <a:solidFill>
                  <a:srgbClr val="00005C"/>
                </a:solidFill>
              </a:rPr>
              <a:t>SentinelAI</a:t>
            </a:r>
            <a:r>
              <a:rPr lang="en-US" sz="1400" dirty="0">
                <a:solidFill>
                  <a:srgbClr val="00005C"/>
                </a:solidFill>
              </a:rPr>
              <a:t> remembers past system issues and how they were solved. When a similar problem occurs, engineers can search and reuse the previous solution instantly instead of troubleshooting from scratch.</a:t>
            </a:r>
          </a:p>
        </p:txBody>
      </p:sp>
      <p:sp>
        <p:nvSpPr>
          <p:cNvPr id="11" name="Text Placeholder 10">
            <a:extLst>
              <a:ext uri="{FF2B5EF4-FFF2-40B4-BE49-F238E27FC236}">
                <a16:creationId xmlns:a16="http://schemas.microsoft.com/office/drawing/2014/main" id="{3CFB6587-D969-809E-3729-4A6FE9CFC3F0}"/>
              </a:ext>
            </a:extLst>
          </p:cNvPr>
          <p:cNvSpPr>
            <a:spLocks noGrp="1"/>
          </p:cNvSpPr>
          <p:nvPr>
            <p:ph type="body" sz="quarter" idx="39"/>
          </p:nvPr>
        </p:nvSpPr>
        <p:spPr>
          <a:xfrm>
            <a:off x="1615031" y="5048250"/>
            <a:ext cx="5569994" cy="1005840"/>
          </a:xfrm>
        </p:spPr>
        <p:txBody>
          <a:bodyPr/>
          <a:lstStyle/>
          <a:p>
            <a:r>
              <a:rPr lang="en-US" sz="1800" dirty="0">
                <a:solidFill>
                  <a:schemeClr val="accent1"/>
                </a:solidFill>
              </a:rPr>
              <a:t>Full Intellectual Property Ownership: </a:t>
            </a:r>
            <a:r>
              <a:rPr lang="en-US" sz="1400" dirty="0"/>
              <a:t>Because we build this tool directly on our own tech stack, we own 100% of the software and intellectual property. This eliminates monthly subscription costs and stops us from being locked into expensive third-party platforms</a:t>
            </a:r>
          </a:p>
        </p:txBody>
      </p:sp>
      <p:sp>
        <p:nvSpPr>
          <p:cNvPr id="12" name="Slide Number Placeholder 11">
            <a:extLst>
              <a:ext uri="{FF2B5EF4-FFF2-40B4-BE49-F238E27FC236}">
                <a16:creationId xmlns:a16="http://schemas.microsoft.com/office/drawing/2014/main" id="{2DB72725-B2A0-556C-3D03-68C2284F76A8}"/>
              </a:ext>
            </a:extLst>
          </p:cNvPr>
          <p:cNvSpPr>
            <a:spLocks noGrp="1"/>
          </p:cNvSpPr>
          <p:nvPr>
            <p:ph type="sldNum" sz="quarter" idx="4"/>
          </p:nvPr>
        </p:nvSpPr>
        <p:spPr/>
        <p:txBody>
          <a:bodyPr/>
          <a:lstStyle/>
          <a:p>
            <a:fld id="{DAF489CC-3B7A-4DA5-A8C0-4984788D0EC5}" type="slidenum">
              <a:rPr lang="nl-NL" smtClean="0"/>
              <a:pPr/>
              <a:t>4</a:t>
            </a:fld>
            <a:endParaRPr lang="nl-NL"/>
          </a:p>
        </p:txBody>
      </p:sp>
      <p:pic>
        <p:nvPicPr>
          <p:cNvPr id="14" name="Image 34" descr="Customer review outline">
            <a:extLst>
              <a:ext uri="{FF2B5EF4-FFF2-40B4-BE49-F238E27FC236}">
                <a16:creationId xmlns:a16="http://schemas.microsoft.com/office/drawing/2014/main" id="{092F0FD4-4957-F6B9-BA8C-08F8151D5620}"/>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4299715" y="1091204"/>
            <a:ext cx="1012512" cy="1012512"/>
          </a:xfrm>
          <a:prstGeom prst="rect">
            <a:avLst/>
          </a:prstGeom>
        </p:spPr>
      </p:pic>
      <p:pic>
        <p:nvPicPr>
          <p:cNvPr id="16" name="Image 34" descr="Questions outline">
            <a:extLst>
              <a:ext uri="{FF2B5EF4-FFF2-40B4-BE49-F238E27FC236}">
                <a16:creationId xmlns:a16="http://schemas.microsoft.com/office/drawing/2014/main" id="{E59E548D-D9E7-C5FD-F492-46CFD3B95D69}"/>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579656" y="1053372"/>
            <a:ext cx="1134658" cy="1134658"/>
          </a:xfrm>
          <a:prstGeom prst="rect">
            <a:avLst/>
          </a:prstGeom>
        </p:spPr>
      </p:pic>
      <p:pic>
        <p:nvPicPr>
          <p:cNvPr id="19" name="Image 34" descr="Speedometer Low outline">
            <a:extLst>
              <a:ext uri="{FF2B5EF4-FFF2-40B4-BE49-F238E27FC236}">
                <a16:creationId xmlns:a16="http://schemas.microsoft.com/office/drawing/2014/main" id="{A8B4232D-060D-8A00-2A65-39F997B1BA4E}"/>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0496620" y="2601520"/>
            <a:ext cx="1231699" cy="1231699"/>
          </a:xfrm>
          <a:prstGeom prst="rect">
            <a:avLst/>
          </a:prstGeom>
        </p:spPr>
      </p:pic>
      <p:pic>
        <p:nvPicPr>
          <p:cNvPr id="21" name="Image 34" descr="Gauge outline">
            <a:extLst>
              <a:ext uri="{FF2B5EF4-FFF2-40B4-BE49-F238E27FC236}">
                <a16:creationId xmlns:a16="http://schemas.microsoft.com/office/drawing/2014/main" id="{75CFA4B4-985F-8ACF-4012-91DA2A1BB231}"/>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7529569" y="2600632"/>
            <a:ext cx="1231699" cy="1231699"/>
          </a:xfrm>
          <a:prstGeom prst="rect">
            <a:avLst/>
          </a:prstGeom>
        </p:spPr>
      </p:pic>
      <p:sp>
        <p:nvSpPr>
          <p:cNvPr id="23" name="Arrow: Right 22">
            <a:extLst>
              <a:ext uri="{FF2B5EF4-FFF2-40B4-BE49-F238E27FC236}">
                <a16:creationId xmlns:a16="http://schemas.microsoft.com/office/drawing/2014/main" id="{3C6FF8E3-600B-B4A1-AD73-8066886A3474}"/>
              </a:ext>
            </a:extLst>
          </p:cNvPr>
          <p:cNvSpPr/>
          <p:nvPr/>
        </p:nvSpPr>
        <p:spPr>
          <a:xfrm>
            <a:off x="9097419" y="3252470"/>
            <a:ext cx="1163315" cy="176530"/>
          </a:xfrm>
          <a:prstGeom prst="right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Arrow: Right 32">
            <a:extLst>
              <a:ext uri="{FF2B5EF4-FFF2-40B4-BE49-F238E27FC236}">
                <a16:creationId xmlns:a16="http://schemas.microsoft.com/office/drawing/2014/main" id="{E580AAB5-3A4E-A6B4-54B5-6B426C563336}"/>
              </a:ext>
            </a:extLst>
          </p:cNvPr>
          <p:cNvSpPr/>
          <p:nvPr/>
        </p:nvSpPr>
        <p:spPr>
          <a:xfrm>
            <a:off x="2930657" y="1604508"/>
            <a:ext cx="989116" cy="156866"/>
          </a:xfrm>
          <a:prstGeom prst="right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5" name="Image 34" descr="Lights On outline">
            <a:extLst>
              <a:ext uri="{FF2B5EF4-FFF2-40B4-BE49-F238E27FC236}">
                <a16:creationId xmlns:a16="http://schemas.microsoft.com/office/drawing/2014/main" id="{2A81D599-2714-7FFD-4961-FDA9A975227F}"/>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4641770" y="3727964"/>
            <a:ext cx="1231699" cy="1231699"/>
          </a:xfrm>
          <a:prstGeom prst="rect">
            <a:avLst/>
          </a:prstGeom>
        </p:spPr>
      </p:pic>
      <p:pic>
        <p:nvPicPr>
          <p:cNvPr id="37" name="Image 34" descr="Lightbulb outline">
            <a:extLst>
              <a:ext uri="{FF2B5EF4-FFF2-40B4-BE49-F238E27FC236}">
                <a16:creationId xmlns:a16="http://schemas.microsoft.com/office/drawing/2014/main" id="{E2B3A630-449B-5965-3024-CAA3A04D4282}"/>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1752250" y="3761178"/>
            <a:ext cx="1231699" cy="1231699"/>
          </a:xfrm>
          <a:prstGeom prst="rect">
            <a:avLst/>
          </a:prstGeom>
        </p:spPr>
      </p:pic>
      <p:sp>
        <p:nvSpPr>
          <p:cNvPr id="39" name="Arrow: Right 38">
            <a:extLst>
              <a:ext uri="{FF2B5EF4-FFF2-40B4-BE49-F238E27FC236}">
                <a16:creationId xmlns:a16="http://schemas.microsoft.com/office/drawing/2014/main" id="{A064A3AB-42BB-BE73-C010-CA711A1CD16F}"/>
              </a:ext>
            </a:extLst>
          </p:cNvPr>
          <p:cNvSpPr/>
          <p:nvPr/>
        </p:nvSpPr>
        <p:spPr>
          <a:xfrm>
            <a:off x="3362637" y="4305026"/>
            <a:ext cx="1163315" cy="176530"/>
          </a:xfrm>
          <a:prstGeom prst="right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1" name="Arrow: Right 50">
            <a:extLst>
              <a:ext uri="{FF2B5EF4-FFF2-40B4-BE49-F238E27FC236}">
                <a16:creationId xmlns:a16="http://schemas.microsoft.com/office/drawing/2014/main" id="{888F82C9-C916-31E5-6E23-4F89E7354B8D}"/>
              </a:ext>
            </a:extLst>
          </p:cNvPr>
          <p:cNvSpPr/>
          <p:nvPr/>
        </p:nvSpPr>
        <p:spPr>
          <a:xfrm>
            <a:off x="9097419" y="5443399"/>
            <a:ext cx="1163315" cy="176530"/>
          </a:xfrm>
          <a:prstGeom prst="right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 name="Oval 55">
            <a:extLst>
              <a:ext uri="{FF2B5EF4-FFF2-40B4-BE49-F238E27FC236}">
                <a16:creationId xmlns:a16="http://schemas.microsoft.com/office/drawing/2014/main" id="{1C3493E0-336B-D7A8-80CD-F29AEB2E25DD}"/>
              </a:ext>
            </a:extLst>
          </p:cNvPr>
          <p:cNvSpPr/>
          <p:nvPr/>
        </p:nvSpPr>
        <p:spPr>
          <a:xfrm>
            <a:off x="7600662" y="5073864"/>
            <a:ext cx="1080655" cy="980226"/>
          </a:xfrm>
          <a:prstGeom prst="ellipse">
            <a:avLst/>
          </a:prstGeom>
          <a:noFill/>
          <a:ln w="222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8" name="Oval 57">
            <a:extLst>
              <a:ext uri="{FF2B5EF4-FFF2-40B4-BE49-F238E27FC236}">
                <a16:creationId xmlns:a16="http://schemas.microsoft.com/office/drawing/2014/main" id="{C127433B-02D0-861A-DD22-1D742907B531}"/>
              </a:ext>
            </a:extLst>
          </p:cNvPr>
          <p:cNvSpPr/>
          <p:nvPr/>
        </p:nvSpPr>
        <p:spPr>
          <a:xfrm>
            <a:off x="10572141" y="5073864"/>
            <a:ext cx="1080655" cy="980226"/>
          </a:xfrm>
          <a:prstGeom prst="ellipse">
            <a:avLst/>
          </a:prstGeom>
          <a:noFill/>
          <a:ln w="222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2"/>
                </a:solidFill>
              </a:rPr>
              <a:t>IP</a:t>
            </a:r>
            <a:endParaRPr lang="en-IN" sz="3200" b="1" dirty="0">
              <a:solidFill>
                <a:schemeClr val="tx2"/>
              </a:solidFill>
            </a:endParaRPr>
          </a:p>
        </p:txBody>
      </p:sp>
    </p:spTree>
    <p:extLst>
      <p:ext uri="{BB962C8B-B14F-4D97-AF65-F5344CB8AC3E}">
        <p14:creationId xmlns:p14="http://schemas.microsoft.com/office/powerpoint/2010/main" val="7973966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C7801-58B1-9DFA-3FA6-EF9074428C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7AD670-3284-D10C-217F-981F3F66176B}"/>
              </a:ext>
            </a:extLst>
          </p:cNvPr>
          <p:cNvSpPr>
            <a:spLocks noGrp="1"/>
          </p:cNvSpPr>
          <p:nvPr>
            <p:ph type="title"/>
          </p:nvPr>
        </p:nvSpPr>
        <p:spPr/>
        <p:txBody>
          <a:bodyPr/>
          <a:lstStyle/>
          <a:p>
            <a:r>
              <a:rPr lang="en-US" b="1" dirty="0"/>
              <a:t>Business Value at a Glance</a:t>
            </a:r>
            <a:endParaRPr lang="en-IN" dirty="0"/>
          </a:p>
        </p:txBody>
      </p:sp>
      <p:sp>
        <p:nvSpPr>
          <p:cNvPr id="3" name="Text Placeholder 2">
            <a:extLst>
              <a:ext uri="{FF2B5EF4-FFF2-40B4-BE49-F238E27FC236}">
                <a16:creationId xmlns:a16="http://schemas.microsoft.com/office/drawing/2014/main" id="{2347DFCF-3094-BA12-EAC8-3B9323CAE02E}"/>
              </a:ext>
            </a:extLst>
          </p:cNvPr>
          <p:cNvSpPr>
            <a:spLocks noGrp="1"/>
          </p:cNvSpPr>
          <p:nvPr>
            <p:ph type="body" sz="quarter" idx="10"/>
          </p:nvPr>
        </p:nvSpPr>
        <p:spPr/>
        <p:txBody>
          <a:bodyPr/>
          <a:lstStyle/>
          <a:p>
            <a:r>
              <a:rPr lang="en-IN" dirty="0"/>
              <a:t>	</a:t>
            </a:r>
          </a:p>
        </p:txBody>
      </p:sp>
      <p:sp>
        <p:nvSpPr>
          <p:cNvPr id="5" name="Text Placeholder 4">
            <a:extLst>
              <a:ext uri="{FF2B5EF4-FFF2-40B4-BE49-F238E27FC236}">
                <a16:creationId xmlns:a16="http://schemas.microsoft.com/office/drawing/2014/main" id="{72994426-683D-79D9-65BD-ED647CCA1F1A}"/>
              </a:ext>
            </a:extLst>
          </p:cNvPr>
          <p:cNvSpPr>
            <a:spLocks noGrp="1"/>
          </p:cNvSpPr>
          <p:nvPr>
            <p:ph type="body" sz="quarter" idx="36"/>
          </p:nvPr>
        </p:nvSpPr>
        <p:spPr>
          <a:xfrm>
            <a:off x="4016829" y="1369300"/>
            <a:ext cx="7246801" cy="1005840"/>
          </a:xfrm>
        </p:spPr>
        <p:txBody>
          <a:bodyPr/>
          <a:lstStyle/>
          <a:p>
            <a:r>
              <a:rPr lang="en-US" sz="1800" b="1" dirty="0"/>
              <a:t>🚀 Slow and Manual Investigation: : </a:t>
            </a:r>
            <a:r>
              <a:rPr lang="en-US" sz="1400" b="1" dirty="0">
                <a:solidFill>
                  <a:srgbClr val="00005C"/>
                </a:solidFill>
              </a:rPr>
              <a:t>When a production issue occurs, engineers must manually collect information from multiple tools such as logs, monitoring dashboards, GitHub, Jira, and deployment systems before they can even begin troubleshooting.</a:t>
            </a:r>
            <a:endParaRPr lang="en-IN" sz="1400" b="1" dirty="0">
              <a:solidFill>
                <a:srgbClr val="00005C"/>
              </a:solidFill>
              <a:latin typeface="+mn-lt"/>
            </a:endParaRPr>
          </a:p>
        </p:txBody>
      </p:sp>
      <p:sp>
        <p:nvSpPr>
          <p:cNvPr id="7" name="Text Placeholder 6">
            <a:extLst>
              <a:ext uri="{FF2B5EF4-FFF2-40B4-BE49-F238E27FC236}">
                <a16:creationId xmlns:a16="http://schemas.microsoft.com/office/drawing/2014/main" id="{14D27A33-5955-1B13-0399-66BE70B80481}"/>
              </a:ext>
            </a:extLst>
          </p:cNvPr>
          <p:cNvSpPr>
            <a:spLocks noGrp="1"/>
          </p:cNvSpPr>
          <p:nvPr>
            <p:ph type="body" sz="quarter" idx="37"/>
          </p:nvPr>
        </p:nvSpPr>
        <p:spPr>
          <a:xfrm>
            <a:off x="1643606" y="2771259"/>
            <a:ext cx="6466251" cy="1005840"/>
          </a:xfrm>
        </p:spPr>
        <p:txBody>
          <a:bodyPr/>
          <a:lstStyle/>
          <a:p>
            <a:r>
              <a:rPr lang="en-US" sz="1800" b="1" dirty="0">
                <a:solidFill>
                  <a:schemeClr val="accent1"/>
                </a:solidFill>
                <a:latin typeface="+mn-lt"/>
              </a:rPr>
              <a:t>🤖 AI-Assisted Investigation </a:t>
            </a:r>
            <a:r>
              <a:rPr lang="en-US" b="1" dirty="0">
                <a:solidFill>
                  <a:schemeClr val="accent1"/>
                </a:solidFill>
                <a:latin typeface="+mn-lt"/>
              </a:rPr>
              <a:t>: </a:t>
            </a:r>
            <a:r>
              <a:rPr lang="en-US" sz="1400" b="1" dirty="0" err="1">
                <a:latin typeface="+mn-lt"/>
              </a:rPr>
              <a:t>SentinelAI</a:t>
            </a:r>
            <a:r>
              <a:rPr lang="en-US" sz="1400" b="1" dirty="0">
                <a:latin typeface="+mn-lt"/>
              </a:rPr>
              <a:t> combines runtime observability with organizational engineering knowledge to generate structured, evidence-based Root Cause Analysis, helping engineers make faster and more informed decisions.</a:t>
            </a:r>
          </a:p>
          <a:p>
            <a:endParaRPr lang="en-IN" sz="1400" dirty="0">
              <a:latin typeface="+mn-lt"/>
            </a:endParaRPr>
          </a:p>
        </p:txBody>
      </p:sp>
      <p:sp>
        <p:nvSpPr>
          <p:cNvPr id="9" name="Text Placeholder 8">
            <a:extLst>
              <a:ext uri="{FF2B5EF4-FFF2-40B4-BE49-F238E27FC236}">
                <a16:creationId xmlns:a16="http://schemas.microsoft.com/office/drawing/2014/main" id="{77C5EF8E-0648-1F5D-BCF5-CA74ACECA154}"/>
              </a:ext>
            </a:extLst>
          </p:cNvPr>
          <p:cNvSpPr>
            <a:spLocks noGrp="1"/>
          </p:cNvSpPr>
          <p:nvPr>
            <p:ph type="body" sz="quarter" idx="38"/>
          </p:nvPr>
        </p:nvSpPr>
        <p:spPr>
          <a:xfrm>
            <a:off x="4016830" y="3976138"/>
            <a:ext cx="7749719" cy="1005840"/>
          </a:xfrm>
        </p:spPr>
        <p:txBody>
          <a:bodyPr/>
          <a:lstStyle/>
          <a:p>
            <a:r>
              <a:rPr lang="en-US" sz="1800" b="1" dirty="0">
                <a:latin typeface="+mn-lt"/>
              </a:rPr>
              <a:t>📚 Organizational Knowledge Reuse </a:t>
            </a:r>
            <a:r>
              <a:rPr lang="en-US" b="1" dirty="0">
                <a:latin typeface="+mn-lt"/>
              </a:rPr>
              <a:t>: </a:t>
            </a:r>
            <a:r>
              <a:rPr lang="en-US" sz="1400" b="1" dirty="0">
                <a:solidFill>
                  <a:srgbClr val="00005C"/>
                </a:solidFill>
                <a:latin typeface="+mn-lt"/>
              </a:rPr>
              <a:t>Every incident becomes part of a searchable engineering knowledge base. Previous investigations, deployments, documentation, and resolutions can be reused, reducing repeated troubleshooting and minimizing dependency on individual experts.</a:t>
            </a:r>
          </a:p>
          <a:p>
            <a:endParaRPr lang="en-IN" sz="1400" dirty="0">
              <a:solidFill>
                <a:srgbClr val="00005C"/>
              </a:solidFill>
              <a:latin typeface="+mn-lt"/>
            </a:endParaRPr>
          </a:p>
        </p:txBody>
      </p:sp>
      <p:sp>
        <p:nvSpPr>
          <p:cNvPr id="11" name="Text Placeholder 10">
            <a:extLst>
              <a:ext uri="{FF2B5EF4-FFF2-40B4-BE49-F238E27FC236}">
                <a16:creationId xmlns:a16="http://schemas.microsoft.com/office/drawing/2014/main" id="{41F0E4A4-61AF-01B3-FCA8-90E95CD2241D}"/>
              </a:ext>
            </a:extLst>
          </p:cNvPr>
          <p:cNvSpPr>
            <a:spLocks noGrp="1"/>
          </p:cNvSpPr>
          <p:nvPr>
            <p:ph type="body" sz="quarter" idx="39"/>
          </p:nvPr>
        </p:nvSpPr>
        <p:spPr>
          <a:xfrm>
            <a:off x="1643606" y="5216417"/>
            <a:ext cx="6466250" cy="1005840"/>
          </a:xfrm>
        </p:spPr>
        <p:txBody>
          <a:bodyPr/>
          <a:lstStyle/>
          <a:p>
            <a:r>
              <a:rPr lang="en-US" sz="1800" b="1" dirty="0">
                <a:latin typeface="+mn-lt"/>
              </a:rPr>
              <a:t>📈 Improved Productivity &amp; Business Impact </a:t>
            </a:r>
            <a:r>
              <a:rPr lang="en-US" b="1" dirty="0">
                <a:solidFill>
                  <a:schemeClr val="accent1"/>
                </a:solidFill>
                <a:latin typeface="+mn-lt"/>
              </a:rPr>
              <a:t>:</a:t>
            </a:r>
            <a:r>
              <a:rPr lang="en-US" sz="1400" b="1" dirty="0">
                <a:solidFill>
                  <a:schemeClr val="accent1"/>
                </a:solidFill>
                <a:latin typeface="+mn-lt"/>
              </a:rPr>
              <a:t> </a:t>
            </a:r>
            <a:r>
              <a:rPr lang="en-US" sz="1400" b="1" dirty="0">
                <a:latin typeface="+mn-lt"/>
              </a:rPr>
              <a:t>By reducing manual investigation effort and providing consistent RCA, </a:t>
            </a:r>
            <a:r>
              <a:rPr lang="en-US" sz="1400" b="1" dirty="0" err="1">
                <a:latin typeface="+mn-lt"/>
              </a:rPr>
              <a:t>SentinelAI</a:t>
            </a:r>
            <a:r>
              <a:rPr lang="en-US" sz="1400" b="1" dirty="0">
                <a:latin typeface="+mn-lt"/>
              </a:rPr>
              <a:t> enables engineering teams to resolve incidents more efficiently, improve service reliability, and focus on delivering business value.</a:t>
            </a:r>
          </a:p>
          <a:p>
            <a:endParaRPr lang="en-IN" sz="1400" dirty="0">
              <a:latin typeface="+mn-lt"/>
            </a:endParaRPr>
          </a:p>
        </p:txBody>
      </p:sp>
      <p:sp>
        <p:nvSpPr>
          <p:cNvPr id="12" name="Slide Number Placeholder 11">
            <a:extLst>
              <a:ext uri="{FF2B5EF4-FFF2-40B4-BE49-F238E27FC236}">
                <a16:creationId xmlns:a16="http://schemas.microsoft.com/office/drawing/2014/main" id="{9DDB1433-F0D7-6950-F093-FD2BAA3F51C5}"/>
              </a:ext>
            </a:extLst>
          </p:cNvPr>
          <p:cNvSpPr>
            <a:spLocks noGrp="1"/>
          </p:cNvSpPr>
          <p:nvPr>
            <p:ph type="sldNum" sz="quarter" idx="4"/>
          </p:nvPr>
        </p:nvSpPr>
        <p:spPr/>
        <p:txBody>
          <a:bodyPr/>
          <a:lstStyle/>
          <a:p>
            <a:fld id="{DAF489CC-3B7A-4DA5-A8C0-4984788D0EC5}" type="slidenum">
              <a:rPr lang="nl-NL" smtClean="0"/>
              <a:pPr/>
              <a:t>5</a:t>
            </a:fld>
            <a:endParaRPr lang="nl-NL"/>
          </a:p>
        </p:txBody>
      </p:sp>
      <p:pic>
        <p:nvPicPr>
          <p:cNvPr id="25" name="Graphic 24" descr="Stopwatch">
            <a:extLst>
              <a:ext uri="{FF2B5EF4-FFF2-40B4-BE49-F238E27FC236}">
                <a16:creationId xmlns:a16="http://schemas.microsoft.com/office/drawing/2014/main" id="{15479FF1-5631-9A26-E71F-98FB9860F51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643606" y="1091607"/>
            <a:ext cx="2168836" cy="1476107"/>
          </a:xfrm>
          <a:prstGeom prst="rect">
            <a:avLst/>
          </a:prstGeom>
        </p:spPr>
      </p:pic>
      <p:pic>
        <p:nvPicPr>
          <p:cNvPr id="29" name="Image 3" descr="Brain in head outline">
            <a:extLst>
              <a:ext uri="{FF2B5EF4-FFF2-40B4-BE49-F238E27FC236}">
                <a16:creationId xmlns:a16="http://schemas.microsoft.com/office/drawing/2014/main" id="{5BCE1933-BCC4-60D2-7ECF-A17DA9CBCACB}"/>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8633046" y="2503025"/>
            <a:ext cx="1254191" cy="1254191"/>
          </a:xfrm>
          <a:prstGeom prst="rect">
            <a:avLst/>
          </a:prstGeom>
        </p:spPr>
      </p:pic>
      <p:pic>
        <p:nvPicPr>
          <p:cNvPr id="31" name="Image 7" descr="Lightbulb with solid fill">
            <a:extLst>
              <a:ext uri="{FF2B5EF4-FFF2-40B4-BE49-F238E27FC236}">
                <a16:creationId xmlns:a16="http://schemas.microsoft.com/office/drawing/2014/main" id="{D1CCABF9-94D5-6885-DC1C-07701FC609BD}"/>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2037477" y="3740294"/>
            <a:ext cx="1272578" cy="1272578"/>
          </a:xfrm>
          <a:prstGeom prst="rect">
            <a:avLst/>
          </a:prstGeom>
        </p:spPr>
      </p:pic>
      <p:pic>
        <p:nvPicPr>
          <p:cNvPr id="33" name="Image 12" descr="Bar graph with upward trend with solid fill">
            <a:extLst>
              <a:ext uri="{FF2B5EF4-FFF2-40B4-BE49-F238E27FC236}">
                <a16:creationId xmlns:a16="http://schemas.microsoft.com/office/drawing/2014/main" id="{1E2EF6AD-B326-A206-3F89-3FE9D0209DA2}"/>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9072185" y="5048249"/>
            <a:ext cx="1005841" cy="1005841"/>
          </a:xfrm>
          <a:prstGeom prst="rect">
            <a:avLst/>
          </a:prstGeom>
        </p:spPr>
      </p:pic>
    </p:spTree>
    <p:extLst>
      <p:ext uri="{BB962C8B-B14F-4D97-AF65-F5344CB8AC3E}">
        <p14:creationId xmlns:p14="http://schemas.microsoft.com/office/powerpoint/2010/main" val="39915844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itre 27">
            <a:extLst>
              <a:ext uri="{FF2B5EF4-FFF2-40B4-BE49-F238E27FC236}">
                <a16:creationId xmlns:a16="http://schemas.microsoft.com/office/drawing/2014/main" id="{A9BDDECF-6DF7-79EE-63CD-82F0E71F7D9B}"/>
              </a:ext>
            </a:extLst>
          </p:cNvPr>
          <p:cNvSpPr>
            <a:spLocks noGrp="1"/>
          </p:cNvSpPr>
          <p:nvPr>
            <p:ph type="title"/>
          </p:nvPr>
        </p:nvSpPr>
        <p:spPr/>
        <p:txBody>
          <a:bodyPr/>
          <a:lstStyle/>
          <a:p>
            <a:r>
              <a:rPr lang="en-IN" b="1" dirty="0"/>
              <a:t>Introducing </a:t>
            </a:r>
            <a:r>
              <a:rPr lang="en-IN" b="1" dirty="0" err="1"/>
              <a:t>SentinelAI</a:t>
            </a:r>
            <a:r>
              <a:rPr lang="en-IN" b="1" dirty="0"/>
              <a:t> – Platform</a:t>
            </a:r>
            <a:endParaRPr lang="fr-FR" dirty="0"/>
          </a:p>
        </p:txBody>
      </p:sp>
      <p:sp>
        <p:nvSpPr>
          <p:cNvPr id="30" name="Espace réservé du contenu 29">
            <a:extLst>
              <a:ext uri="{FF2B5EF4-FFF2-40B4-BE49-F238E27FC236}">
                <a16:creationId xmlns:a16="http://schemas.microsoft.com/office/drawing/2014/main" id="{670A6716-0671-BFD1-1DE6-0E3495CB9C88}"/>
              </a:ext>
            </a:extLst>
          </p:cNvPr>
          <p:cNvSpPr>
            <a:spLocks noGrp="1"/>
          </p:cNvSpPr>
          <p:nvPr>
            <p:ph idx="12"/>
          </p:nvPr>
        </p:nvSpPr>
        <p:spPr>
          <a:xfrm>
            <a:off x="3305953" y="1203766"/>
            <a:ext cx="8196943" cy="1251858"/>
          </a:xfrm>
        </p:spPr>
        <p:txBody>
          <a:bodyPr/>
          <a:lstStyle/>
          <a:p>
            <a:pPr marL="0" indent="0">
              <a:buNone/>
            </a:pPr>
            <a:endParaRPr lang="en-US" sz="2000" b="1" dirty="0"/>
          </a:p>
          <a:p>
            <a:pPr marL="0" indent="0">
              <a:buNone/>
            </a:pPr>
            <a:r>
              <a:rPr lang="en-IN" dirty="0"/>
              <a:t>An AI-assisted incident investigation platform combining log analysis, live observability queries, and engineering context to help teams understand incidents faster and produce structured RCA output</a:t>
            </a:r>
            <a:endParaRPr lang="fr-FR" sz="3000" dirty="0"/>
          </a:p>
        </p:txBody>
      </p:sp>
      <p:sp>
        <p:nvSpPr>
          <p:cNvPr id="27" name="Espace réservé du numéro de diapositive 26">
            <a:extLst>
              <a:ext uri="{FF2B5EF4-FFF2-40B4-BE49-F238E27FC236}">
                <a16:creationId xmlns:a16="http://schemas.microsoft.com/office/drawing/2014/main" id="{A7C904BA-633C-F6CD-A7F3-4F86EE25F344}"/>
              </a:ext>
            </a:extLst>
          </p:cNvPr>
          <p:cNvSpPr>
            <a:spLocks noGrp="1"/>
          </p:cNvSpPr>
          <p:nvPr>
            <p:ph type="sldNum" sz="quarter" idx="4"/>
          </p:nvPr>
        </p:nvSpPr>
        <p:spPr/>
        <p:txBody>
          <a:bodyPr/>
          <a:lstStyle/>
          <a:p>
            <a:fld id="{DAF489CC-3B7A-4DA5-A8C0-4984788D0EC5}" type="slidenum">
              <a:rPr lang="nl-NL" smtClean="0"/>
              <a:pPr/>
              <a:t>6</a:t>
            </a:fld>
            <a:endParaRPr lang="nl-NL"/>
          </a:p>
        </p:txBody>
      </p:sp>
      <p:sp>
        <p:nvSpPr>
          <p:cNvPr id="33" name="Graphique 10">
            <a:extLst>
              <a:ext uri="{FF2B5EF4-FFF2-40B4-BE49-F238E27FC236}">
                <a16:creationId xmlns:a16="http://schemas.microsoft.com/office/drawing/2014/main" id="{9CCDADAB-7440-1B2F-5037-69BBADDBF65C}"/>
              </a:ext>
            </a:extLst>
          </p:cNvPr>
          <p:cNvSpPr>
            <a:spLocks noChangeAspect="1"/>
          </p:cNvSpPr>
          <p:nvPr/>
        </p:nvSpPr>
        <p:spPr>
          <a:xfrm>
            <a:off x="957879" y="4057602"/>
            <a:ext cx="1638970" cy="501180"/>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pic>
        <p:nvPicPr>
          <p:cNvPr id="3" name="Picture 2">
            <a:extLst>
              <a:ext uri="{FF2B5EF4-FFF2-40B4-BE49-F238E27FC236}">
                <a16:creationId xmlns:a16="http://schemas.microsoft.com/office/drawing/2014/main" id="{28E1090A-D322-89F7-DA4A-6419F19A7CF9}"/>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a:stretch/>
        </p:blipFill>
        <p:spPr>
          <a:xfrm>
            <a:off x="346747" y="2721732"/>
            <a:ext cx="2634486" cy="2297943"/>
          </a:xfrm>
          <a:prstGeom prst="rect">
            <a:avLst/>
          </a:prstGeom>
        </p:spPr>
      </p:pic>
      <p:sp>
        <p:nvSpPr>
          <p:cNvPr id="6" name="Text Placeholder 2">
            <a:extLst>
              <a:ext uri="{FF2B5EF4-FFF2-40B4-BE49-F238E27FC236}">
                <a16:creationId xmlns:a16="http://schemas.microsoft.com/office/drawing/2014/main" id="{06A3F489-7831-3C14-D8C7-A35ADC4E2D2C}"/>
              </a:ext>
            </a:extLst>
          </p:cNvPr>
          <p:cNvSpPr>
            <a:spLocks noGrp="1"/>
          </p:cNvSpPr>
          <p:nvPr>
            <p:ph type="body" sz="quarter" idx="10"/>
          </p:nvPr>
        </p:nvSpPr>
        <p:spPr>
          <a:xfrm>
            <a:off x="428625" y="709990"/>
            <a:ext cx="11337925" cy="493776"/>
          </a:xfrm>
        </p:spPr>
        <p:txBody>
          <a:bodyPr/>
          <a:lstStyle/>
          <a:p>
            <a:r>
              <a:rPr lang="en-IN" dirty="0"/>
              <a:t>Automated log analysis and live observability query orchestration</a:t>
            </a:r>
          </a:p>
        </p:txBody>
      </p:sp>
      <p:sp>
        <p:nvSpPr>
          <p:cNvPr id="8" name="Text 4">
            <a:extLst>
              <a:ext uri="{FF2B5EF4-FFF2-40B4-BE49-F238E27FC236}">
                <a16:creationId xmlns:a16="http://schemas.microsoft.com/office/drawing/2014/main" id="{365FAA7D-6A45-3414-22CE-FADABAD8F011}"/>
              </a:ext>
            </a:extLst>
          </p:cNvPr>
          <p:cNvSpPr/>
          <p:nvPr/>
        </p:nvSpPr>
        <p:spPr>
          <a:xfrm>
            <a:off x="3401478" y="3205067"/>
            <a:ext cx="2468449" cy="188707"/>
          </a:xfrm>
          <a:prstGeom prst="rect">
            <a:avLst/>
          </a:prstGeom>
          <a:noFill/>
          <a:ln/>
        </p:spPr>
        <p:txBody>
          <a:bodyPr wrap="none" lIns="0" tIns="0" rIns="0" bIns="0" rtlCol="0" anchor="t"/>
          <a:lstStyle/>
          <a:p>
            <a:pPr marL="0" indent="0" algn="l">
              <a:lnSpc>
                <a:spcPct val="104000"/>
              </a:lnSpc>
              <a:buNone/>
            </a:pPr>
            <a:r>
              <a:rPr lang="en-US" b="1" dirty="0">
                <a:solidFill>
                  <a:srgbClr val="00005C"/>
                </a:solidFill>
                <a:latin typeface="+mj-lt"/>
                <a:ea typeface="Lora" pitchFamily="34" charset="-122"/>
                <a:cs typeface="Lora" pitchFamily="34" charset="-120"/>
              </a:rPr>
              <a:t>Log RCA</a:t>
            </a:r>
            <a:endParaRPr lang="en-US" b="1" dirty="0">
              <a:solidFill>
                <a:srgbClr val="00005C"/>
              </a:solidFill>
              <a:latin typeface="+mj-lt"/>
            </a:endParaRPr>
          </a:p>
        </p:txBody>
      </p:sp>
      <p:sp>
        <p:nvSpPr>
          <p:cNvPr id="9" name="Text 5">
            <a:extLst>
              <a:ext uri="{FF2B5EF4-FFF2-40B4-BE49-F238E27FC236}">
                <a16:creationId xmlns:a16="http://schemas.microsoft.com/office/drawing/2014/main" id="{A818F4D5-5EFA-3CB2-AF74-1913638CA0A7}"/>
              </a:ext>
            </a:extLst>
          </p:cNvPr>
          <p:cNvSpPr/>
          <p:nvPr/>
        </p:nvSpPr>
        <p:spPr>
          <a:xfrm>
            <a:off x="3420500" y="3514088"/>
            <a:ext cx="2634486" cy="2135598"/>
          </a:xfrm>
          <a:prstGeom prst="rect">
            <a:avLst/>
          </a:prstGeom>
          <a:noFill/>
          <a:ln/>
        </p:spPr>
        <p:txBody>
          <a:bodyPr wrap="square" lIns="0" tIns="0" rIns="0" bIns="0" rtlCol="0" anchor="t">
            <a:noAutofit/>
          </a:bodyPr>
          <a:lstStyle/>
          <a:p>
            <a:pPr marL="0" indent="0" algn="l">
              <a:lnSpc>
                <a:spcPct val="122000"/>
              </a:lnSpc>
              <a:buNone/>
            </a:pPr>
            <a:r>
              <a:rPr lang="en-US" sz="1600" dirty="0">
                <a:solidFill>
                  <a:srgbClr val="00005C"/>
                </a:solidFill>
                <a:ea typeface="Source Sans 3" pitchFamily="34" charset="-122"/>
                <a:cs typeface="Source Sans 3" pitchFamily="34" charset="-120"/>
              </a:rPr>
              <a:t>Paste logs or upload files. AI analyzes and produces structured root cause analysis with issue, root cause, impacted service, and recommended fix.</a:t>
            </a:r>
            <a:endParaRPr lang="en-US" sz="1600" dirty="0">
              <a:solidFill>
                <a:srgbClr val="00005C"/>
              </a:solidFill>
            </a:endParaRPr>
          </a:p>
        </p:txBody>
      </p:sp>
      <p:sp>
        <p:nvSpPr>
          <p:cNvPr id="12" name="Text 8">
            <a:extLst>
              <a:ext uri="{FF2B5EF4-FFF2-40B4-BE49-F238E27FC236}">
                <a16:creationId xmlns:a16="http://schemas.microsoft.com/office/drawing/2014/main" id="{A1E4FD6C-B583-490A-529F-BACD519B8D9A}"/>
              </a:ext>
            </a:extLst>
          </p:cNvPr>
          <p:cNvSpPr/>
          <p:nvPr/>
        </p:nvSpPr>
        <p:spPr>
          <a:xfrm>
            <a:off x="6319615" y="3226839"/>
            <a:ext cx="2468527" cy="188707"/>
          </a:xfrm>
          <a:prstGeom prst="rect">
            <a:avLst/>
          </a:prstGeom>
          <a:noFill/>
          <a:ln/>
        </p:spPr>
        <p:txBody>
          <a:bodyPr wrap="none" lIns="0" tIns="0" rIns="0" bIns="0" rtlCol="0" anchor="t"/>
          <a:lstStyle/>
          <a:p>
            <a:pPr marL="0" indent="0" algn="l">
              <a:lnSpc>
                <a:spcPct val="104000"/>
              </a:lnSpc>
              <a:buNone/>
            </a:pPr>
            <a:r>
              <a:rPr lang="en-US" b="1" dirty="0">
                <a:solidFill>
                  <a:srgbClr val="00005C"/>
                </a:solidFill>
                <a:latin typeface="+mj-lt"/>
                <a:ea typeface="Lora" pitchFamily="34" charset="-122"/>
                <a:cs typeface="Lora" pitchFamily="34" charset="-120"/>
              </a:rPr>
              <a:t>Live ELK Investigation</a:t>
            </a:r>
            <a:endParaRPr lang="en-US" b="1" dirty="0">
              <a:solidFill>
                <a:srgbClr val="00005C"/>
              </a:solidFill>
              <a:latin typeface="+mj-lt"/>
            </a:endParaRPr>
          </a:p>
        </p:txBody>
      </p:sp>
      <p:sp>
        <p:nvSpPr>
          <p:cNvPr id="13" name="Text 9">
            <a:extLst>
              <a:ext uri="{FF2B5EF4-FFF2-40B4-BE49-F238E27FC236}">
                <a16:creationId xmlns:a16="http://schemas.microsoft.com/office/drawing/2014/main" id="{7C8E41AA-BFDF-8C81-468B-9E9270C7E757}"/>
              </a:ext>
            </a:extLst>
          </p:cNvPr>
          <p:cNvSpPr/>
          <p:nvPr/>
        </p:nvSpPr>
        <p:spPr>
          <a:xfrm>
            <a:off x="6319615" y="3470545"/>
            <a:ext cx="2382887" cy="2135598"/>
          </a:xfrm>
          <a:prstGeom prst="rect">
            <a:avLst/>
          </a:prstGeom>
          <a:noFill/>
          <a:ln/>
        </p:spPr>
        <p:txBody>
          <a:bodyPr wrap="square" lIns="0" tIns="0" rIns="0" bIns="0" rtlCol="0" anchor="t">
            <a:noAutofit/>
          </a:bodyPr>
          <a:lstStyle/>
          <a:p>
            <a:pPr marL="0" indent="0" algn="l">
              <a:lnSpc>
                <a:spcPct val="122000"/>
              </a:lnSpc>
              <a:buNone/>
            </a:pPr>
            <a:r>
              <a:rPr lang="en-US" sz="1600" dirty="0">
                <a:solidFill>
                  <a:srgbClr val="00005C"/>
                </a:solidFill>
                <a:ea typeface="Source Sans 3" pitchFamily="34" charset="-122"/>
                <a:cs typeface="Source Sans 3" pitchFamily="34" charset="-120"/>
              </a:rPr>
              <a:t>Query Elasticsearch directly. Retrieve recent logs, summarize them, and get AI-generated investigation results with suspicious log lines and recommended actions.</a:t>
            </a:r>
            <a:endParaRPr lang="en-US" sz="1600" dirty="0">
              <a:solidFill>
                <a:srgbClr val="00005C"/>
              </a:solidFill>
            </a:endParaRPr>
          </a:p>
        </p:txBody>
      </p:sp>
      <p:sp>
        <p:nvSpPr>
          <p:cNvPr id="15" name="Text 12">
            <a:extLst>
              <a:ext uri="{FF2B5EF4-FFF2-40B4-BE49-F238E27FC236}">
                <a16:creationId xmlns:a16="http://schemas.microsoft.com/office/drawing/2014/main" id="{7F5A21CF-B07E-0B56-F32A-C900F39C6E1E}"/>
              </a:ext>
            </a:extLst>
          </p:cNvPr>
          <p:cNvSpPr/>
          <p:nvPr/>
        </p:nvSpPr>
        <p:spPr>
          <a:xfrm>
            <a:off x="9052770" y="3237726"/>
            <a:ext cx="2382887" cy="182166"/>
          </a:xfrm>
          <a:prstGeom prst="rect">
            <a:avLst/>
          </a:prstGeom>
          <a:noFill/>
          <a:ln/>
        </p:spPr>
        <p:txBody>
          <a:bodyPr wrap="none" lIns="0" tIns="0" rIns="0" bIns="0" rtlCol="0" anchor="t"/>
          <a:lstStyle/>
          <a:p>
            <a:pPr marL="0" indent="0" algn="l">
              <a:lnSpc>
                <a:spcPct val="104000"/>
              </a:lnSpc>
              <a:buNone/>
            </a:pPr>
            <a:r>
              <a:rPr lang="en-US" b="1" dirty="0">
                <a:solidFill>
                  <a:srgbClr val="00005C"/>
                </a:solidFill>
                <a:latin typeface="+mj-lt"/>
                <a:ea typeface="Lora" pitchFamily="34" charset="-122"/>
                <a:cs typeface="Lora" pitchFamily="34" charset="-120"/>
              </a:rPr>
              <a:t>Engineering Context</a:t>
            </a:r>
            <a:endParaRPr lang="en-US" b="1" dirty="0">
              <a:solidFill>
                <a:srgbClr val="00005C"/>
              </a:solidFill>
              <a:latin typeface="+mj-lt"/>
            </a:endParaRPr>
          </a:p>
        </p:txBody>
      </p:sp>
      <p:sp>
        <p:nvSpPr>
          <p:cNvPr id="16" name="Text 13">
            <a:extLst>
              <a:ext uri="{FF2B5EF4-FFF2-40B4-BE49-F238E27FC236}">
                <a16:creationId xmlns:a16="http://schemas.microsoft.com/office/drawing/2014/main" id="{C32E44E1-887D-52FF-E625-AEA4F760A91B}"/>
              </a:ext>
            </a:extLst>
          </p:cNvPr>
          <p:cNvSpPr/>
          <p:nvPr/>
        </p:nvSpPr>
        <p:spPr>
          <a:xfrm>
            <a:off x="9052770" y="3481431"/>
            <a:ext cx="2450126" cy="2434059"/>
          </a:xfrm>
          <a:prstGeom prst="rect">
            <a:avLst/>
          </a:prstGeom>
          <a:noFill/>
          <a:ln/>
        </p:spPr>
        <p:txBody>
          <a:bodyPr wrap="square" lIns="0" tIns="0" rIns="0" bIns="0" rtlCol="0" anchor="t">
            <a:noAutofit/>
          </a:bodyPr>
          <a:lstStyle/>
          <a:p>
            <a:pPr marL="0" indent="0" algn="l">
              <a:lnSpc>
                <a:spcPct val="122000"/>
              </a:lnSpc>
              <a:buNone/>
            </a:pPr>
            <a:r>
              <a:rPr lang="en-US" sz="1600" dirty="0">
                <a:solidFill>
                  <a:srgbClr val="00005C"/>
                </a:solidFill>
                <a:ea typeface="Source Sans 3" pitchFamily="34" charset="-122"/>
                <a:cs typeface="Source Sans 3" pitchFamily="34" charset="-120"/>
              </a:rPr>
              <a:t>Automatically enrich RCA with metadata from GitHub, Jira, Confluence, and Jenkins. Connect incidents to deployments, code changes, and team context.</a:t>
            </a:r>
            <a:endParaRPr lang="en-US" sz="1600" dirty="0">
              <a:solidFill>
                <a:srgbClr val="00005C"/>
              </a:solidFill>
            </a:endParaRPr>
          </a:p>
        </p:txBody>
      </p:sp>
      <p:sp>
        <p:nvSpPr>
          <p:cNvPr id="18" name="Shape 3">
            <a:extLst>
              <a:ext uri="{FF2B5EF4-FFF2-40B4-BE49-F238E27FC236}">
                <a16:creationId xmlns:a16="http://schemas.microsoft.com/office/drawing/2014/main" id="{AE1A0F02-E4AB-1CDB-2C14-52F1F3742C9C}"/>
              </a:ext>
            </a:extLst>
          </p:cNvPr>
          <p:cNvSpPr/>
          <p:nvPr/>
        </p:nvSpPr>
        <p:spPr>
          <a:xfrm>
            <a:off x="3343713" y="2744430"/>
            <a:ext cx="371624" cy="371624"/>
          </a:xfrm>
          <a:prstGeom prst="ellipse">
            <a:avLst/>
          </a:prstGeom>
          <a:solidFill>
            <a:srgbClr val="6EB9FC"/>
          </a:solidFill>
          <a:ln/>
        </p:spPr>
        <p:txBody>
          <a:bodyPr/>
          <a:lstStyle/>
          <a:p>
            <a:endParaRPr lang="en-IN" dirty="0"/>
          </a:p>
        </p:txBody>
      </p:sp>
      <p:pic>
        <p:nvPicPr>
          <p:cNvPr id="19" name="Image 1" descr="preencoded.png">
            <a:extLst>
              <a:ext uri="{FF2B5EF4-FFF2-40B4-BE49-F238E27FC236}">
                <a16:creationId xmlns:a16="http://schemas.microsoft.com/office/drawing/2014/main" id="{8BEC7FA3-CCB7-92FE-864A-206AFEF19A5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45020" y="2872763"/>
            <a:ext cx="167208" cy="167208"/>
          </a:xfrm>
          <a:prstGeom prst="rect">
            <a:avLst/>
          </a:prstGeom>
        </p:spPr>
      </p:pic>
      <p:sp>
        <p:nvSpPr>
          <p:cNvPr id="20" name="Shape 7">
            <a:extLst>
              <a:ext uri="{FF2B5EF4-FFF2-40B4-BE49-F238E27FC236}">
                <a16:creationId xmlns:a16="http://schemas.microsoft.com/office/drawing/2014/main" id="{DF130299-4B5A-7701-A4ED-DCCE42854EAC}"/>
              </a:ext>
            </a:extLst>
          </p:cNvPr>
          <p:cNvSpPr/>
          <p:nvPr/>
        </p:nvSpPr>
        <p:spPr>
          <a:xfrm>
            <a:off x="6270250" y="2774990"/>
            <a:ext cx="371624" cy="371624"/>
          </a:xfrm>
          <a:prstGeom prst="ellipse">
            <a:avLst/>
          </a:prstGeom>
          <a:solidFill>
            <a:srgbClr val="6EB9FC"/>
          </a:solidFill>
          <a:ln/>
        </p:spPr>
        <p:txBody>
          <a:bodyPr/>
          <a:lstStyle/>
          <a:p>
            <a:endParaRPr lang="en-IN"/>
          </a:p>
        </p:txBody>
      </p:sp>
      <p:pic>
        <p:nvPicPr>
          <p:cNvPr id="21" name="Image 2" descr="preencoded.png">
            <a:extLst>
              <a:ext uri="{FF2B5EF4-FFF2-40B4-BE49-F238E27FC236}">
                <a16:creationId xmlns:a16="http://schemas.microsoft.com/office/drawing/2014/main" id="{4A49984B-DBB1-D4C7-3FD4-BA684A555FA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379107" y="2897697"/>
            <a:ext cx="167208" cy="167208"/>
          </a:xfrm>
          <a:prstGeom prst="rect">
            <a:avLst/>
          </a:prstGeom>
        </p:spPr>
      </p:pic>
      <p:sp>
        <p:nvSpPr>
          <p:cNvPr id="22" name="Shape 11">
            <a:extLst>
              <a:ext uri="{FF2B5EF4-FFF2-40B4-BE49-F238E27FC236}">
                <a16:creationId xmlns:a16="http://schemas.microsoft.com/office/drawing/2014/main" id="{F527CCFC-31F6-6ADF-AEE7-519DAF85B2AF}"/>
              </a:ext>
            </a:extLst>
          </p:cNvPr>
          <p:cNvSpPr/>
          <p:nvPr/>
        </p:nvSpPr>
        <p:spPr>
          <a:xfrm>
            <a:off x="8998348" y="2763564"/>
            <a:ext cx="371624" cy="371624"/>
          </a:xfrm>
          <a:prstGeom prst="ellipse">
            <a:avLst/>
          </a:prstGeom>
          <a:solidFill>
            <a:srgbClr val="6EB9FC"/>
          </a:solidFill>
          <a:ln/>
        </p:spPr>
        <p:txBody>
          <a:bodyPr/>
          <a:lstStyle/>
          <a:p>
            <a:endParaRPr lang="en-IN"/>
          </a:p>
        </p:txBody>
      </p:sp>
      <p:pic>
        <p:nvPicPr>
          <p:cNvPr id="23" name="Image 3" descr="preencoded.png">
            <a:extLst>
              <a:ext uri="{FF2B5EF4-FFF2-40B4-BE49-F238E27FC236}">
                <a16:creationId xmlns:a16="http://schemas.microsoft.com/office/drawing/2014/main" id="{45B27370-B1E4-8F48-B865-783747BF6BF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111405" y="2887504"/>
            <a:ext cx="167208" cy="167208"/>
          </a:xfrm>
          <a:prstGeom prst="rect">
            <a:avLst/>
          </a:prstGeom>
        </p:spPr>
      </p:pic>
    </p:spTree>
    <p:extLst>
      <p:ext uri="{BB962C8B-B14F-4D97-AF65-F5344CB8AC3E}">
        <p14:creationId xmlns:p14="http://schemas.microsoft.com/office/powerpoint/2010/main" val="7923516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B252E-8E84-0C1D-1E64-E9F66AC684EE}"/>
              </a:ext>
            </a:extLst>
          </p:cNvPr>
          <p:cNvSpPr>
            <a:spLocks noGrp="1"/>
          </p:cNvSpPr>
          <p:nvPr>
            <p:ph type="title"/>
          </p:nvPr>
        </p:nvSpPr>
        <p:spPr>
          <a:xfrm>
            <a:off x="428624" y="291451"/>
            <a:ext cx="11337925" cy="912315"/>
          </a:xfrm>
        </p:spPr>
        <p:txBody>
          <a:bodyPr anchor="t">
            <a:normAutofit/>
          </a:bodyPr>
          <a:lstStyle/>
          <a:p>
            <a:r>
              <a:rPr lang="en-IN" b="1" dirty="0"/>
              <a:t>Overview – Sentinel AI</a:t>
            </a:r>
            <a:endParaRPr lang="en-IN" dirty="0"/>
          </a:p>
        </p:txBody>
      </p:sp>
      <p:sp>
        <p:nvSpPr>
          <p:cNvPr id="3" name="Text Placeholder 2">
            <a:extLst>
              <a:ext uri="{FF2B5EF4-FFF2-40B4-BE49-F238E27FC236}">
                <a16:creationId xmlns:a16="http://schemas.microsoft.com/office/drawing/2014/main" id="{D4BBB7D3-F813-B0EA-5B68-F28BECE1DD2F}"/>
              </a:ext>
            </a:extLst>
          </p:cNvPr>
          <p:cNvSpPr>
            <a:spLocks noGrp="1"/>
          </p:cNvSpPr>
          <p:nvPr>
            <p:ph type="body" sz="quarter" idx="10"/>
          </p:nvPr>
        </p:nvSpPr>
        <p:spPr>
          <a:xfrm>
            <a:off x="428625" y="709990"/>
            <a:ext cx="11337925" cy="493776"/>
          </a:xfrm>
        </p:spPr>
        <p:txBody>
          <a:bodyPr>
            <a:normAutofit/>
          </a:bodyPr>
          <a:lstStyle/>
          <a:p>
            <a:pPr>
              <a:spcAft>
                <a:spcPts val="600"/>
              </a:spcAft>
            </a:pPr>
            <a:r>
              <a:rPr lang="en-IN" b="1" dirty="0"/>
              <a:t>Architecture and Services</a:t>
            </a:r>
            <a:endParaRPr lang="en-IN" dirty="0"/>
          </a:p>
        </p:txBody>
      </p:sp>
      <p:sp>
        <p:nvSpPr>
          <p:cNvPr id="12" name="Text Placeholder 3">
            <a:extLst>
              <a:ext uri="{FF2B5EF4-FFF2-40B4-BE49-F238E27FC236}">
                <a16:creationId xmlns:a16="http://schemas.microsoft.com/office/drawing/2014/main" id="{7E36B7E0-2C3C-05E6-1643-8128D0FC7B0F}"/>
              </a:ext>
            </a:extLst>
          </p:cNvPr>
          <p:cNvSpPr>
            <a:spLocks noGrp="1"/>
          </p:cNvSpPr>
          <p:nvPr>
            <p:ph type="body" sz="quarter" idx="21"/>
          </p:nvPr>
        </p:nvSpPr>
        <p:spPr>
          <a:xfrm>
            <a:off x="428624" y="1446213"/>
            <a:ext cx="5486400" cy="548640"/>
          </a:xfrm>
        </p:spPr>
        <p:txBody>
          <a:bodyPr/>
          <a:lstStyle/>
          <a:p>
            <a:r>
              <a:rPr lang="en-US" dirty="0"/>
              <a:t>Architecture – At a Glance</a:t>
            </a:r>
          </a:p>
        </p:txBody>
      </p:sp>
      <p:sp>
        <p:nvSpPr>
          <p:cNvPr id="6" name="Slide Number Placeholder 5">
            <a:extLst>
              <a:ext uri="{FF2B5EF4-FFF2-40B4-BE49-F238E27FC236}">
                <a16:creationId xmlns:a16="http://schemas.microsoft.com/office/drawing/2014/main" id="{64F7A4A2-1631-5353-729F-33CDF3E2D5EA}"/>
              </a:ext>
            </a:extLst>
          </p:cNvPr>
          <p:cNvSpPr>
            <a:spLocks noGrp="1"/>
          </p:cNvSpPr>
          <p:nvPr>
            <p:ph type="sldNum" sz="quarter" idx="4"/>
          </p:nvPr>
        </p:nvSpPr>
        <p:spPr>
          <a:xfrm>
            <a:off x="428625" y="6420355"/>
            <a:ext cx="161904" cy="153888"/>
          </a:xfrm>
        </p:spPr>
        <p:txBody>
          <a:bodyPr wrap="none" anchor="ctr">
            <a:normAutofit/>
          </a:bodyPr>
          <a:lstStyle/>
          <a:p>
            <a:pPr>
              <a:spcAft>
                <a:spcPts val="600"/>
              </a:spcAft>
            </a:pPr>
            <a:fld id="{DAF489CC-3B7A-4DA5-A8C0-4984788D0EC5}" type="slidenum">
              <a:rPr lang="nl-NL" smtClean="0"/>
              <a:pPr>
                <a:spcAft>
                  <a:spcPts val="600"/>
                </a:spcAft>
              </a:pPr>
              <a:t>7</a:t>
            </a:fld>
            <a:endParaRPr lang="nl-NL"/>
          </a:p>
        </p:txBody>
      </p:sp>
      <p:pic>
        <p:nvPicPr>
          <p:cNvPr id="17" name="Image 0" descr="preencoded.png">
            <a:extLst>
              <a:ext uri="{FF2B5EF4-FFF2-40B4-BE49-F238E27FC236}">
                <a16:creationId xmlns:a16="http://schemas.microsoft.com/office/drawing/2014/main" id="{DE45481F-17F6-DF80-81E0-3B4F3EBA4C44}"/>
              </a:ext>
            </a:extLst>
          </p:cNvPr>
          <p:cNvPicPr>
            <a:picLocks noGrp="1" noChangeAspect="1"/>
          </p:cNvPicPr>
          <p:nvPr>
            <p:ph idx="12"/>
          </p:nvPr>
        </p:nvPicPr>
        <p:blipFill>
          <a:blip r:embed="rId2"/>
          <a:stretch>
            <a:fillRect/>
          </a:stretch>
        </p:blipFill>
        <p:spPr>
          <a:xfrm>
            <a:off x="1131093" y="2237300"/>
            <a:ext cx="4081462" cy="4081462"/>
          </a:xfrm>
          <a:prstGeom prst="rect">
            <a:avLst/>
          </a:prstGeom>
        </p:spPr>
      </p:pic>
      <p:sp>
        <p:nvSpPr>
          <p:cNvPr id="20" name="Text 2">
            <a:extLst>
              <a:ext uri="{FF2B5EF4-FFF2-40B4-BE49-F238E27FC236}">
                <a16:creationId xmlns:a16="http://schemas.microsoft.com/office/drawing/2014/main" id="{F41C95D8-C41C-EF7B-781D-F57019C9C2F6}"/>
              </a:ext>
            </a:extLst>
          </p:cNvPr>
          <p:cNvSpPr/>
          <p:nvPr/>
        </p:nvSpPr>
        <p:spPr>
          <a:xfrm>
            <a:off x="6562109" y="2210183"/>
            <a:ext cx="4102626" cy="2263846"/>
          </a:xfrm>
          <a:prstGeom prst="rect">
            <a:avLst/>
          </a:prstGeom>
          <a:noFill/>
          <a:ln/>
        </p:spPr>
        <p:txBody>
          <a:bodyPr wrap="square" lIns="0" tIns="0" rIns="0" bIns="0" rtlCol="0" anchor="t">
            <a:noAutofit/>
          </a:bodyPr>
          <a:lstStyle/>
          <a:p>
            <a:pPr marL="111760" indent="-111760" algn="l">
              <a:lnSpc>
                <a:spcPct val="100000"/>
              </a:lnSpc>
              <a:buSzPct val="100000"/>
              <a:buChar char="•"/>
            </a:pPr>
            <a:r>
              <a:rPr lang="en-US" sz="1600" b="1" dirty="0">
                <a:solidFill>
                  <a:srgbClr val="00005C"/>
                </a:solidFill>
                <a:ea typeface="Source Sans 3 Bold" pitchFamily="34" charset="-122"/>
                <a:cs typeface="Source Sans 3 Bold" pitchFamily="34" charset="-120"/>
              </a:rPr>
              <a:t>UI</a:t>
            </a:r>
            <a:r>
              <a:rPr lang="en-US" sz="1600" dirty="0">
                <a:solidFill>
                  <a:srgbClr val="00005C"/>
                </a:solidFill>
                <a:ea typeface="Source Sans 3" pitchFamily="34" charset="-122"/>
                <a:cs typeface="Source Sans 3" pitchFamily="34" charset="-120"/>
              </a:rPr>
              <a:t> — React interface for RCA and ELK investigation</a:t>
            </a:r>
          </a:p>
          <a:p>
            <a:pPr marL="111760" indent="-111760" algn="l">
              <a:lnSpc>
                <a:spcPct val="100000"/>
              </a:lnSpc>
              <a:buSzPct val="100000"/>
              <a:buChar char="•"/>
            </a:pPr>
            <a:endParaRPr lang="en-US" sz="1600" dirty="0">
              <a:solidFill>
                <a:srgbClr val="00005C"/>
              </a:solidFill>
            </a:endParaRPr>
          </a:p>
          <a:p>
            <a:pPr marL="111760" indent="-111760" algn="l">
              <a:lnSpc>
                <a:spcPct val="100000"/>
              </a:lnSpc>
              <a:buSzPct val="100000"/>
              <a:buChar char="•"/>
            </a:pPr>
            <a:r>
              <a:rPr lang="en-US" sz="1600" b="1" dirty="0">
                <a:solidFill>
                  <a:srgbClr val="00005C"/>
                </a:solidFill>
                <a:ea typeface="Source Sans 3 Bold" pitchFamily="34" charset="-122"/>
                <a:cs typeface="Source Sans 3 Bold" pitchFamily="34" charset="-120"/>
              </a:rPr>
              <a:t>Core</a:t>
            </a:r>
            <a:r>
              <a:rPr lang="en-US" sz="1600" dirty="0">
                <a:solidFill>
                  <a:srgbClr val="00005C"/>
                </a:solidFill>
                <a:ea typeface="Source Sans 3" pitchFamily="34" charset="-122"/>
                <a:cs typeface="Source Sans 3" pitchFamily="34" charset="-120"/>
              </a:rPr>
              <a:t> — Spring Boot orchestration for RCA, log ingestion, and Elasticsearch</a:t>
            </a:r>
          </a:p>
          <a:p>
            <a:pPr marL="111760" indent="-111760" algn="l">
              <a:lnSpc>
                <a:spcPct val="100000"/>
              </a:lnSpc>
              <a:buSzPct val="100000"/>
              <a:buChar char="•"/>
            </a:pPr>
            <a:endParaRPr lang="en-US" sz="1600" dirty="0">
              <a:solidFill>
                <a:srgbClr val="00005C"/>
              </a:solidFill>
            </a:endParaRPr>
          </a:p>
          <a:p>
            <a:pPr marL="111760" indent="-111760" algn="l">
              <a:lnSpc>
                <a:spcPct val="100000"/>
              </a:lnSpc>
              <a:buSzPct val="100000"/>
              <a:buChar char="•"/>
            </a:pPr>
            <a:r>
              <a:rPr lang="en-US" sz="1600" b="1" dirty="0">
                <a:solidFill>
                  <a:srgbClr val="00005C"/>
                </a:solidFill>
                <a:ea typeface="Source Sans 3 Bold" pitchFamily="34" charset="-122"/>
                <a:cs typeface="Source Sans 3 Bold" pitchFamily="34" charset="-120"/>
              </a:rPr>
              <a:t>AI Engine</a:t>
            </a:r>
            <a:r>
              <a:rPr lang="en-US" sz="1600" dirty="0">
                <a:solidFill>
                  <a:srgbClr val="00005C"/>
                </a:solidFill>
                <a:ea typeface="Source Sans 3" pitchFamily="34" charset="-122"/>
                <a:cs typeface="Source Sans 3" pitchFamily="34" charset="-120"/>
              </a:rPr>
              <a:t> — Python FastAPI routing to Groq, Ollama, HuggingFace, or OpenAI</a:t>
            </a:r>
          </a:p>
          <a:p>
            <a:pPr marL="111760" indent="-111760" algn="l">
              <a:lnSpc>
                <a:spcPct val="100000"/>
              </a:lnSpc>
              <a:buSzPct val="100000"/>
              <a:buChar char="•"/>
            </a:pPr>
            <a:endParaRPr lang="en-US" sz="1600" dirty="0">
              <a:solidFill>
                <a:srgbClr val="00005C"/>
              </a:solidFill>
            </a:endParaRPr>
          </a:p>
          <a:p>
            <a:pPr marL="111760" indent="-111760" algn="l">
              <a:lnSpc>
                <a:spcPct val="100000"/>
              </a:lnSpc>
              <a:buSzPct val="100000"/>
              <a:buChar char="•"/>
            </a:pPr>
            <a:r>
              <a:rPr lang="en-US" sz="1600" b="1" dirty="0">
                <a:solidFill>
                  <a:srgbClr val="00005C"/>
                </a:solidFill>
                <a:ea typeface="Source Sans 3 Bold" pitchFamily="34" charset="-122"/>
                <a:cs typeface="Source Sans 3 Bold" pitchFamily="34" charset="-120"/>
              </a:rPr>
              <a:t>Knowledge Service</a:t>
            </a:r>
            <a:r>
              <a:rPr lang="en-US" sz="1600" dirty="0">
                <a:solidFill>
                  <a:srgbClr val="00005C"/>
                </a:solidFill>
                <a:ea typeface="Source Sans 3" pitchFamily="34" charset="-122"/>
                <a:cs typeface="Source Sans 3" pitchFamily="34" charset="-120"/>
              </a:rPr>
              <a:t> — Spring Boot microservice indexing GitHub, Jira, Confluence, and Jenkins</a:t>
            </a:r>
            <a:endParaRPr lang="en-US" sz="1600" dirty="0">
              <a:solidFill>
                <a:srgbClr val="00005C"/>
              </a:solidFill>
            </a:endParaRPr>
          </a:p>
        </p:txBody>
      </p:sp>
    </p:spTree>
    <p:extLst>
      <p:ext uri="{BB962C8B-B14F-4D97-AF65-F5344CB8AC3E}">
        <p14:creationId xmlns:p14="http://schemas.microsoft.com/office/powerpoint/2010/main" val="26013014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72000" cy="6858000"/>
          </a:xfrm>
          <a:prstGeom prst="rect">
            <a:avLst/>
          </a:prstGeom>
        </p:spPr>
      </p:pic>
      <p:sp>
        <p:nvSpPr>
          <p:cNvPr id="3" name="Text 0"/>
          <p:cNvSpPr/>
          <p:nvPr/>
        </p:nvSpPr>
        <p:spPr>
          <a:xfrm>
            <a:off x="5270104" y="588666"/>
            <a:ext cx="6223793" cy="522485"/>
          </a:xfrm>
          <a:prstGeom prst="rect">
            <a:avLst/>
          </a:prstGeom>
          <a:noFill/>
          <a:ln/>
        </p:spPr>
        <p:txBody>
          <a:bodyPr wrap="none" lIns="0" tIns="0" rIns="0" bIns="0" rtlCol="0" anchor="t"/>
          <a:lstStyle/>
          <a:p>
            <a:pPr>
              <a:lnSpc>
                <a:spcPct val="104000"/>
              </a:lnSpc>
            </a:pPr>
            <a:r>
              <a:rPr lang="en-US" sz="3267" dirty="0">
                <a:solidFill>
                  <a:schemeClr val="accent1"/>
                </a:solidFill>
                <a:latin typeface="+mj-lt"/>
                <a:ea typeface="Lora" pitchFamily="34" charset="-122"/>
                <a:cs typeface="Lora" pitchFamily="34" charset="-120"/>
              </a:rPr>
              <a:t>End-to-End RCA Workflow</a:t>
            </a:r>
            <a:endParaRPr lang="en-US" sz="3267" dirty="0">
              <a:solidFill>
                <a:schemeClr val="accent1"/>
              </a:solidFill>
              <a:latin typeface="+mj-lt"/>
            </a:endParaRPr>
          </a:p>
        </p:txBody>
      </p:sp>
      <p:pic>
        <p:nvPicPr>
          <p:cNvPr id="4" name="Image 1" descr="preencoded.png"/>
          <p:cNvPicPr>
            <a:picLocks noChangeAspect="1"/>
          </p:cNvPicPr>
          <p:nvPr/>
        </p:nvPicPr>
        <p:blipFill>
          <a:blip r:embed="rId4"/>
          <a:stretch>
            <a:fillRect/>
          </a:stretch>
        </p:blipFill>
        <p:spPr>
          <a:xfrm>
            <a:off x="5270103" y="1348483"/>
            <a:ext cx="532904" cy="952500"/>
          </a:xfrm>
          <a:prstGeom prst="rect">
            <a:avLst/>
          </a:prstGeom>
        </p:spPr>
      </p:pic>
      <p:sp>
        <p:nvSpPr>
          <p:cNvPr id="5" name="Text 1"/>
          <p:cNvSpPr/>
          <p:nvPr/>
        </p:nvSpPr>
        <p:spPr>
          <a:xfrm>
            <a:off x="5961162" y="1526084"/>
            <a:ext cx="5532735" cy="261243"/>
          </a:xfrm>
          <a:prstGeom prst="rect">
            <a:avLst/>
          </a:prstGeom>
          <a:noFill/>
          <a:ln/>
        </p:spPr>
        <p:txBody>
          <a:bodyPr wrap="none" lIns="0" tIns="0" rIns="0" bIns="0" rtlCol="0" anchor="t"/>
          <a:lstStyle/>
          <a:p>
            <a:pPr>
              <a:lnSpc>
                <a:spcPct val="104000"/>
              </a:lnSpc>
            </a:pPr>
            <a:r>
              <a:rPr lang="en-US" sz="1600" dirty="0">
                <a:solidFill>
                  <a:srgbClr val="D6E5EF"/>
                </a:solidFill>
                <a:latin typeface="Lora" pitchFamily="34" charset="0"/>
                <a:ea typeface="Lora" pitchFamily="34" charset="-122"/>
                <a:cs typeface="Lora" pitchFamily="34" charset="-120"/>
              </a:rPr>
              <a:t>Input</a:t>
            </a:r>
            <a:endParaRPr lang="en-US" sz="1600" dirty="0"/>
          </a:p>
        </p:txBody>
      </p:sp>
      <p:sp>
        <p:nvSpPr>
          <p:cNvPr id="6" name="Text 2"/>
          <p:cNvSpPr/>
          <p:nvPr/>
        </p:nvSpPr>
        <p:spPr>
          <a:xfrm>
            <a:off x="5961162" y="1882181"/>
            <a:ext cx="5532735" cy="268684"/>
          </a:xfrm>
          <a:prstGeom prst="rect">
            <a:avLst/>
          </a:prstGeom>
          <a:noFill/>
          <a:ln/>
        </p:spPr>
        <p:txBody>
          <a:bodyPr wrap="none" lIns="0" tIns="0" rIns="0" bIns="0" rtlCol="0" anchor="t"/>
          <a:lstStyle/>
          <a:p>
            <a:pPr>
              <a:lnSpc>
                <a:spcPct val="126000"/>
              </a:lnSpc>
            </a:pPr>
            <a:r>
              <a:rPr lang="en-US" sz="1333" dirty="0">
                <a:solidFill>
                  <a:srgbClr val="D6E5EF"/>
                </a:solidFill>
                <a:latin typeface="Source Sans 3" pitchFamily="34" charset="0"/>
                <a:ea typeface="Source Sans 3" pitchFamily="34" charset="-122"/>
                <a:cs typeface="Source Sans 3" pitchFamily="34" charset="-120"/>
              </a:rPr>
              <a:t>Paste log text or upload a file from the UI</a:t>
            </a:r>
            <a:endParaRPr lang="en-US" sz="1333" dirty="0"/>
          </a:p>
        </p:txBody>
      </p:sp>
      <p:pic>
        <p:nvPicPr>
          <p:cNvPr id="7" name="Image 2" descr="preencoded.png"/>
          <p:cNvPicPr>
            <a:picLocks noChangeAspect="1"/>
          </p:cNvPicPr>
          <p:nvPr/>
        </p:nvPicPr>
        <p:blipFill>
          <a:blip r:embed="rId4"/>
          <a:stretch>
            <a:fillRect/>
          </a:stretch>
        </p:blipFill>
        <p:spPr>
          <a:xfrm>
            <a:off x="5536505" y="2572545"/>
            <a:ext cx="532904" cy="952500"/>
          </a:xfrm>
          <a:prstGeom prst="rect">
            <a:avLst/>
          </a:prstGeom>
        </p:spPr>
      </p:pic>
      <p:sp>
        <p:nvSpPr>
          <p:cNvPr id="8" name="Text 3"/>
          <p:cNvSpPr/>
          <p:nvPr/>
        </p:nvSpPr>
        <p:spPr>
          <a:xfrm>
            <a:off x="6227564" y="2750145"/>
            <a:ext cx="5266333" cy="261243"/>
          </a:xfrm>
          <a:prstGeom prst="rect">
            <a:avLst/>
          </a:prstGeom>
          <a:noFill/>
          <a:ln/>
        </p:spPr>
        <p:txBody>
          <a:bodyPr wrap="none" lIns="0" tIns="0" rIns="0" bIns="0" rtlCol="0" anchor="t"/>
          <a:lstStyle/>
          <a:p>
            <a:pPr>
              <a:lnSpc>
                <a:spcPct val="104000"/>
              </a:lnSpc>
            </a:pPr>
            <a:r>
              <a:rPr lang="en-US" sz="1600" dirty="0">
                <a:solidFill>
                  <a:srgbClr val="D6E5EF"/>
                </a:solidFill>
                <a:latin typeface="Lora" pitchFamily="34" charset="0"/>
                <a:ea typeface="Lora" pitchFamily="34" charset="-122"/>
                <a:cs typeface="Lora" pitchFamily="34" charset="-120"/>
              </a:rPr>
              <a:t>Process</a:t>
            </a:r>
            <a:endParaRPr lang="en-US" sz="1600" dirty="0"/>
          </a:p>
        </p:txBody>
      </p:sp>
      <p:sp>
        <p:nvSpPr>
          <p:cNvPr id="9" name="Text 4"/>
          <p:cNvSpPr/>
          <p:nvPr/>
        </p:nvSpPr>
        <p:spPr>
          <a:xfrm>
            <a:off x="6227564" y="3106242"/>
            <a:ext cx="5266333" cy="268684"/>
          </a:xfrm>
          <a:prstGeom prst="rect">
            <a:avLst/>
          </a:prstGeom>
          <a:noFill/>
          <a:ln/>
        </p:spPr>
        <p:txBody>
          <a:bodyPr wrap="none" lIns="0" tIns="0" rIns="0" bIns="0" rtlCol="0" anchor="t"/>
          <a:lstStyle/>
          <a:p>
            <a:pPr>
              <a:lnSpc>
                <a:spcPct val="126000"/>
              </a:lnSpc>
            </a:pPr>
            <a:r>
              <a:rPr lang="en-US" sz="1333" dirty="0">
                <a:solidFill>
                  <a:srgbClr val="D6E5EF"/>
                </a:solidFill>
                <a:latin typeface="Source Sans 3" pitchFamily="34" charset="0"/>
                <a:ea typeface="Source Sans 3" pitchFamily="34" charset="-122"/>
                <a:cs typeface="Source Sans 3" pitchFamily="34" charset="-120"/>
              </a:rPr>
              <a:t>Send content to Core via the RCA API</a:t>
            </a:r>
            <a:endParaRPr lang="en-US" sz="1333" dirty="0"/>
          </a:p>
        </p:txBody>
      </p:sp>
      <p:pic>
        <p:nvPicPr>
          <p:cNvPr id="10" name="Image 3" descr="preencoded.png"/>
          <p:cNvPicPr>
            <a:picLocks noChangeAspect="1"/>
          </p:cNvPicPr>
          <p:nvPr/>
        </p:nvPicPr>
        <p:blipFill>
          <a:blip r:embed="rId5"/>
          <a:stretch>
            <a:fillRect/>
          </a:stretch>
        </p:blipFill>
        <p:spPr>
          <a:xfrm>
            <a:off x="5803007" y="3796606"/>
            <a:ext cx="532904" cy="952500"/>
          </a:xfrm>
          <a:prstGeom prst="rect">
            <a:avLst/>
          </a:prstGeom>
        </p:spPr>
      </p:pic>
      <p:sp>
        <p:nvSpPr>
          <p:cNvPr id="11" name="Text 5"/>
          <p:cNvSpPr/>
          <p:nvPr/>
        </p:nvSpPr>
        <p:spPr>
          <a:xfrm>
            <a:off x="6494066" y="3974207"/>
            <a:ext cx="4999831" cy="261243"/>
          </a:xfrm>
          <a:prstGeom prst="rect">
            <a:avLst/>
          </a:prstGeom>
          <a:noFill/>
          <a:ln/>
        </p:spPr>
        <p:txBody>
          <a:bodyPr wrap="none" lIns="0" tIns="0" rIns="0" bIns="0" rtlCol="0" anchor="t"/>
          <a:lstStyle/>
          <a:p>
            <a:pPr>
              <a:lnSpc>
                <a:spcPct val="104000"/>
              </a:lnSpc>
            </a:pPr>
            <a:r>
              <a:rPr lang="en-US" sz="1600" dirty="0">
                <a:solidFill>
                  <a:srgbClr val="D6E5EF"/>
                </a:solidFill>
                <a:latin typeface="Lora" pitchFamily="34" charset="0"/>
                <a:ea typeface="Lora" pitchFamily="34" charset="-122"/>
                <a:cs typeface="Lora" pitchFamily="34" charset="-120"/>
              </a:rPr>
              <a:t>Output</a:t>
            </a:r>
            <a:endParaRPr lang="en-US" sz="1600" dirty="0"/>
          </a:p>
        </p:txBody>
      </p:sp>
      <p:sp>
        <p:nvSpPr>
          <p:cNvPr id="12" name="Text 6"/>
          <p:cNvSpPr/>
          <p:nvPr/>
        </p:nvSpPr>
        <p:spPr>
          <a:xfrm>
            <a:off x="6494066" y="4330304"/>
            <a:ext cx="4999831" cy="537369"/>
          </a:xfrm>
          <a:prstGeom prst="rect">
            <a:avLst/>
          </a:prstGeom>
          <a:noFill/>
          <a:ln/>
        </p:spPr>
        <p:txBody>
          <a:bodyPr wrap="square" lIns="0" tIns="0" rIns="0" bIns="0" rtlCol="0" anchor="t">
            <a:normAutofit/>
          </a:bodyPr>
          <a:lstStyle/>
          <a:p>
            <a:pPr>
              <a:lnSpc>
                <a:spcPct val="126000"/>
              </a:lnSpc>
            </a:pPr>
            <a:r>
              <a:rPr lang="en-US" sz="1333" dirty="0">
                <a:solidFill>
                  <a:srgbClr val="D6E5EF"/>
                </a:solidFill>
                <a:latin typeface="Source Sans 3" pitchFamily="34" charset="0"/>
                <a:ea typeface="Source Sans 3" pitchFamily="34" charset="-122"/>
                <a:cs typeface="Source Sans 3" pitchFamily="34" charset="-120"/>
              </a:rPr>
              <a:t>Structured RCA with issue, root cause, impacted service, and recommended fix</a:t>
            </a:r>
            <a:endParaRPr lang="en-US" sz="1333" dirty="0"/>
          </a:p>
        </p:txBody>
      </p:sp>
      <p:pic>
        <p:nvPicPr>
          <p:cNvPr id="13" name="Image 4" descr="preencoded.png"/>
          <p:cNvPicPr>
            <a:picLocks noChangeAspect="1"/>
          </p:cNvPicPr>
          <p:nvPr/>
        </p:nvPicPr>
        <p:blipFill>
          <a:blip r:embed="rId4"/>
          <a:stretch>
            <a:fillRect/>
          </a:stretch>
        </p:blipFill>
        <p:spPr>
          <a:xfrm>
            <a:off x="6069508" y="5203429"/>
            <a:ext cx="532904" cy="952500"/>
          </a:xfrm>
          <a:prstGeom prst="rect">
            <a:avLst/>
          </a:prstGeom>
        </p:spPr>
      </p:pic>
      <p:sp>
        <p:nvSpPr>
          <p:cNvPr id="14" name="Text 7"/>
          <p:cNvSpPr/>
          <p:nvPr/>
        </p:nvSpPr>
        <p:spPr>
          <a:xfrm>
            <a:off x="6760568" y="5381029"/>
            <a:ext cx="4733329" cy="261243"/>
          </a:xfrm>
          <a:prstGeom prst="rect">
            <a:avLst/>
          </a:prstGeom>
          <a:noFill/>
          <a:ln/>
        </p:spPr>
        <p:txBody>
          <a:bodyPr wrap="none" lIns="0" tIns="0" rIns="0" bIns="0" rtlCol="0" anchor="t"/>
          <a:lstStyle/>
          <a:p>
            <a:pPr>
              <a:lnSpc>
                <a:spcPct val="104000"/>
              </a:lnSpc>
            </a:pPr>
            <a:r>
              <a:rPr lang="en-US" sz="1600" dirty="0">
                <a:solidFill>
                  <a:srgbClr val="D6E5EF"/>
                </a:solidFill>
                <a:latin typeface="Lora" pitchFamily="34" charset="0"/>
                <a:ea typeface="Lora" pitchFamily="34" charset="-122"/>
                <a:cs typeface="Lora" pitchFamily="34" charset="-120"/>
              </a:rPr>
              <a:t>Enrich</a:t>
            </a:r>
            <a:endParaRPr lang="en-US" sz="1600" dirty="0"/>
          </a:p>
        </p:txBody>
      </p:sp>
      <p:sp>
        <p:nvSpPr>
          <p:cNvPr id="15" name="Text 8"/>
          <p:cNvSpPr/>
          <p:nvPr/>
        </p:nvSpPr>
        <p:spPr>
          <a:xfrm>
            <a:off x="6760568" y="5737126"/>
            <a:ext cx="4733329" cy="268684"/>
          </a:xfrm>
          <a:prstGeom prst="rect">
            <a:avLst/>
          </a:prstGeom>
          <a:noFill/>
          <a:ln/>
        </p:spPr>
        <p:txBody>
          <a:bodyPr wrap="none" lIns="0" tIns="0" rIns="0" bIns="0" rtlCol="0" anchor="t"/>
          <a:lstStyle/>
          <a:p>
            <a:pPr>
              <a:lnSpc>
                <a:spcPct val="126000"/>
              </a:lnSpc>
            </a:pPr>
            <a:r>
              <a:rPr lang="en-US" sz="1333" dirty="0">
                <a:solidFill>
                  <a:srgbClr val="D6E5EF"/>
                </a:solidFill>
                <a:latin typeface="Source Sans 3" pitchFamily="34" charset="0"/>
                <a:ea typeface="Source Sans 3" pitchFamily="34" charset="-122"/>
                <a:cs typeface="Source Sans 3" pitchFamily="34" charset="-120"/>
              </a:rPr>
              <a:t>Optionally add engineering context from the Knowledge Service</a:t>
            </a:r>
            <a:endParaRPr lang="en-US" sz="1333" dirty="0"/>
          </a:p>
        </p:txBody>
      </p:sp>
      <p:pic>
        <p:nvPicPr>
          <p:cNvPr id="16" name="Picture 15">
            <a:extLst>
              <a:ext uri="{FF2B5EF4-FFF2-40B4-BE49-F238E27FC236}">
                <a16:creationId xmlns:a16="http://schemas.microsoft.com/office/drawing/2014/main" id="{2E070F14-1AB0-2544-61B6-D59DBA7992EB}"/>
              </a:ext>
            </a:extLst>
          </p:cNvPr>
          <p:cNvPicPr>
            <a:picLocks noChangeAspect="1"/>
          </p:cNvPicPr>
          <p:nvPr/>
        </p:nvPicPr>
        <p:blipFill>
          <a:blip r:embed="rId6"/>
          <a:stretch>
            <a:fillRect/>
          </a:stretch>
        </p:blipFill>
        <p:spPr>
          <a:xfrm>
            <a:off x="-112859" y="-63841"/>
            <a:ext cx="4684859" cy="692184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5">
            <a:extLst>
              <a:ext uri="{FF2B5EF4-FFF2-40B4-BE49-F238E27FC236}">
                <a16:creationId xmlns:a16="http://schemas.microsoft.com/office/drawing/2014/main" id="{317FDC84-A945-3859-A201-2C50C87CE88A}"/>
              </a:ext>
            </a:extLst>
          </p:cNvPr>
          <p:cNvSpPr txBox="1">
            <a:spLocks/>
          </p:cNvSpPr>
          <p:nvPr/>
        </p:nvSpPr>
        <p:spPr>
          <a:xfrm>
            <a:off x="428624" y="291451"/>
            <a:ext cx="11337925" cy="912315"/>
          </a:xfrm>
          <a:prstGeom prst="rect">
            <a:avLst/>
          </a:prstGeom>
        </p:spPr>
        <p:txBody>
          <a:bodyPr/>
          <a:lstStyle>
            <a:lvl1pPr algn="l" defTabSz="914400" rtl="0" eaLnBrk="1" latinLnBrk="0" hangingPunct="1">
              <a:lnSpc>
                <a:spcPct val="100000"/>
              </a:lnSpc>
              <a:spcBef>
                <a:spcPct val="0"/>
              </a:spcBef>
              <a:buNone/>
              <a:defRPr sz="2800" kern="1200">
                <a:solidFill>
                  <a:schemeClr val="accent1"/>
                </a:solidFill>
                <a:latin typeface="+mj-lt"/>
                <a:ea typeface="+mj-ea"/>
                <a:cs typeface="+mj-cs"/>
              </a:defRPr>
            </a:lvl1pPr>
          </a:lstStyle>
          <a:p>
            <a:r>
              <a:rPr lang="en-IN"/>
              <a:t>Engineering Knowledge Enrichment</a:t>
            </a:r>
            <a:endParaRPr lang="en-IN" dirty="0"/>
          </a:p>
        </p:txBody>
      </p:sp>
      <p:sp>
        <p:nvSpPr>
          <p:cNvPr id="3" name="Text Placeholder 7">
            <a:extLst>
              <a:ext uri="{FF2B5EF4-FFF2-40B4-BE49-F238E27FC236}">
                <a16:creationId xmlns:a16="http://schemas.microsoft.com/office/drawing/2014/main" id="{F0233301-FCF9-1DAB-816C-B091F12341C6}"/>
              </a:ext>
            </a:extLst>
          </p:cNvPr>
          <p:cNvSpPr txBox="1">
            <a:spLocks/>
          </p:cNvSpPr>
          <p:nvPr/>
        </p:nvSpPr>
        <p:spPr>
          <a:xfrm>
            <a:off x="428625" y="709990"/>
            <a:ext cx="11337925" cy="493776"/>
          </a:xfrm>
          <a:prstGeom prst="rect">
            <a:avLst/>
          </a:prstGeom>
        </p:spPr>
        <p:txBody>
          <a:bodyPr/>
          <a:lstStyle>
            <a:lvl1pPr marL="228600" indent="-2286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600" kern="1200">
                <a:solidFill>
                  <a:schemeClr val="accent3"/>
                </a:solidFill>
                <a:latin typeface="+mn-lt"/>
                <a:ea typeface="+mn-ea"/>
                <a:cs typeface="+mn-cs"/>
              </a:defRPr>
            </a:lvl1pPr>
            <a:lvl2pPr marL="457200" indent="-2286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600" kern="1200">
                <a:solidFill>
                  <a:schemeClr val="accent3"/>
                </a:solidFill>
                <a:latin typeface="+mn-lt"/>
                <a:ea typeface="+mn-ea"/>
                <a:cs typeface="+mn-cs"/>
              </a:defRPr>
            </a:lvl2pPr>
            <a:lvl3pPr marL="685800" indent="-2286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600" kern="1200">
                <a:solidFill>
                  <a:schemeClr val="accent3"/>
                </a:solidFill>
                <a:latin typeface="+mn-lt"/>
                <a:ea typeface="+mn-ea"/>
                <a:cs typeface="+mn-cs"/>
              </a:defRPr>
            </a:lvl3pPr>
            <a:lvl4pPr marL="914400" indent="-2286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600" kern="1200">
                <a:solidFill>
                  <a:schemeClr val="accent3"/>
                </a:solidFill>
                <a:latin typeface="+mn-lt"/>
                <a:ea typeface="+mn-ea"/>
                <a:cs typeface="+mn-cs"/>
              </a:defRPr>
            </a:lvl4pPr>
            <a:lvl5pPr marL="914400" indent="0" algn="l" defTabSz="914400" rtl="0" eaLnBrk="1" latinLnBrk="0" hangingPunct="1">
              <a:lnSpc>
                <a:spcPct val="100000"/>
              </a:lnSpc>
              <a:spcBef>
                <a:spcPts val="0"/>
              </a:spcBef>
              <a:spcAft>
                <a:spcPts val="600"/>
              </a:spcAft>
              <a:buClr>
                <a:schemeClr val="accent3"/>
              </a:buClr>
              <a:buFont typeface="Arial" panose="020B0604020202020204" pitchFamily="34" charset="0"/>
              <a:buNone/>
              <a:defRPr sz="1600" kern="1200">
                <a:solidFill>
                  <a:schemeClr val="accent3"/>
                </a:solidFill>
                <a:latin typeface="+mn-lt"/>
                <a:ea typeface="+mn-ea"/>
                <a:cs typeface="+mn-cs"/>
              </a:defRPr>
            </a:lvl5pPr>
            <a:lvl6pPr marL="1600200" indent="914400" algn="l" defTabSz="914400" rtl="0" eaLnBrk="1" latinLnBrk="0" hangingPunct="1">
              <a:lnSpc>
                <a:spcPct val="90000"/>
              </a:lnSpc>
              <a:spcBef>
                <a:spcPts val="500"/>
              </a:spcBef>
              <a:buFont typeface="Arial" panose="020B0604020202020204" pitchFamily="34" charset="0"/>
              <a:buNone/>
              <a:defRPr sz="1600" kern="1200">
                <a:solidFill>
                  <a:schemeClr val="accent3"/>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SentinelAI connects incident investigation to the broader engineering ecosystem by enriching Root Cause Analysis with vital engineering context.</a:t>
            </a:r>
          </a:p>
          <a:p>
            <a:endParaRPr lang="en-IN" dirty="0"/>
          </a:p>
        </p:txBody>
      </p:sp>
      <p:pic>
        <p:nvPicPr>
          <p:cNvPr id="4" name="Picture 3">
            <a:extLst>
              <a:ext uri="{FF2B5EF4-FFF2-40B4-BE49-F238E27FC236}">
                <a16:creationId xmlns:a16="http://schemas.microsoft.com/office/drawing/2014/main" id="{1D2428CF-5B4B-14A6-103E-86EF12A77733}"/>
              </a:ext>
            </a:extLst>
          </p:cNvPr>
          <p:cNvPicPr>
            <a:picLocks noChangeAspect="1"/>
          </p:cNvPicPr>
          <p:nvPr/>
        </p:nvPicPr>
        <p:blipFill>
          <a:blip r:embed="rId2"/>
          <a:stretch>
            <a:fillRect/>
          </a:stretch>
        </p:blipFill>
        <p:spPr>
          <a:xfrm>
            <a:off x="5993732" y="1237580"/>
            <a:ext cx="5878500" cy="5116285"/>
          </a:xfrm>
          <a:prstGeom prst="rect">
            <a:avLst/>
          </a:prstGeom>
        </p:spPr>
      </p:pic>
      <p:sp>
        <p:nvSpPr>
          <p:cNvPr id="5" name="Text 2">
            <a:extLst>
              <a:ext uri="{FF2B5EF4-FFF2-40B4-BE49-F238E27FC236}">
                <a16:creationId xmlns:a16="http://schemas.microsoft.com/office/drawing/2014/main" id="{C09A9AD6-86F0-C629-8BE0-F49A396ECEB6}"/>
              </a:ext>
            </a:extLst>
          </p:cNvPr>
          <p:cNvSpPr/>
          <p:nvPr/>
        </p:nvSpPr>
        <p:spPr>
          <a:xfrm>
            <a:off x="649784" y="1727107"/>
            <a:ext cx="4415433" cy="185663"/>
          </a:xfrm>
          <a:prstGeom prst="rect">
            <a:avLst/>
          </a:prstGeom>
          <a:noFill/>
          <a:ln/>
        </p:spPr>
        <p:txBody>
          <a:bodyPr wrap="none" lIns="0" tIns="0" rIns="0" bIns="0" rtlCol="0" anchor="t"/>
          <a:lstStyle/>
          <a:p>
            <a:pPr marL="0" indent="0" algn="l">
              <a:lnSpc>
                <a:spcPct val="104000"/>
              </a:lnSpc>
              <a:buNone/>
            </a:pPr>
            <a:r>
              <a:rPr lang="en-US" sz="1600" dirty="0">
                <a:latin typeface="+mj-lt"/>
                <a:ea typeface="Lora" pitchFamily="34" charset="-122"/>
                <a:cs typeface="Lora" pitchFamily="34" charset="-120"/>
              </a:rPr>
              <a:t>Source Sync</a:t>
            </a:r>
            <a:endParaRPr lang="en-US" sz="1600" dirty="0">
              <a:latin typeface="+mj-lt"/>
            </a:endParaRPr>
          </a:p>
        </p:txBody>
      </p:sp>
      <p:sp>
        <p:nvSpPr>
          <p:cNvPr id="6" name="Text 3">
            <a:extLst>
              <a:ext uri="{FF2B5EF4-FFF2-40B4-BE49-F238E27FC236}">
                <a16:creationId xmlns:a16="http://schemas.microsoft.com/office/drawing/2014/main" id="{41EEBEB5-C600-680C-2FB0-51DE613ABA97}"/>
              </a:ext>
            </a:extLst>
          </p:cNvPr>
          <p:cNvSpPr/>
          <p:nvPr/>
        </p:nvSpPr>
        <p:spPr>
          <a:xfrm>
            <a:off x="649784" y="1976618"/>
            <a:ext cx="5446216" cy="370528"/>
          </a:xfrm>
          <a:prstGeom prst="rect">
            <a:avLst/>
          </a:prstGeom>
          <a:noFill/>
          <a:ln/>
        </p:spPr>
        <p:txBody>
          <a:bodyPr wrap="none" lIns="0" tIns="0" rIns="0" bIns="0" rtlCol="0" anchor="t"/>
          <a:lstStyle/>
          <a:p>
            <a:pPr marL="0" indent="0" algn="l">
              <a:lnSpc>
                <a:spcPct val="123000"/>
              </a:lnSpc>
              <a:buNone/>
            </a:pPr>
            <a:r>
              <a:rPr lang="en-US" sz="1600" dirty="0">
                <a:ea typeface="Source Sans 3" pitchFamily="34" charset="-122"/>
                <a:cs typeface="Source Sans 3" pitchFamily="34" charset="-120"/>
              </a:rPr>
              <a:t>Sync metadata from GitHub, Jira, Confluence, and </a:t>
            </a:r>
          </a:p>
          <a:p>
            <a:pPr marL="0" indent="0" algn="l">
              <a:lnSpc>
                <a:spcPct val="123000"/>
              </a:lnSpc>
              <a:buNone/>
            </a:pPr>
            <a:r>
              <a:rPr lang="en-US" sz="1600" dirty="0">
                <a:ea typeface="Source Sans 3" pitchFamily="34" charset="-122"/>
                <a:cs typeface="Source Sans 3" pitchFamily="34" charset="-120"/>
              </a:rPr>
              <a:t>Jenkins</a:t>
            </a:r>
            <a:endParaRPr lang="en-US" sz="1600" dirty="0"/>
          </a:p>
        </p:txBody>
      </p:sp>
      <p:sp>
        <p:nvSpPr>
          <p:cNvPr id="7" name="Text 5">
            <a:extLst>
              <a:ext uri="{FF2B5EF4-FFF2-40B4-BE49-F238E27FC236}">
                <a16:creationId xmlns:a16="http://schemas.microsoft.com/office/drawing/2014/main" id="{6C5BB327-A229-CEBD-2F29-29F099265E70}"/>
              </a:ext>
            </a:extLst>
          </p:cNvPr>
          <p:cNvSpPr/>
          <p:nvPr/>
        </p:nvSpPr>
        <p:spPr>
          <a:xfrm>
            <a:off x="649784" y="2815543"/>
            <a:ext cx="4415433" cy="185663"/>
          </a:xfrm>
          <a:prstGeom prst="rect">
            <a:avLst/>
          </a:prstGeom>
          <a:noFill/>
          <a:ln/>
        </p:spPr>
        <p:txBody>
          <a:bodyPr wrap="none" lIns="0" tIns="0" rIns="0" bIns="0" rtlCol="0" anchor="t"/>
          <a:lstStyle/>
          <a:p>
            <a:pPr marL="0" indent="0" algn="l">
              <a:lnSpc>
                <a:spcPct val="104000"/>
              </a:lnSpc>
              <a:buNone/>
            </a:pPr>
            <a:r>
              <a:rPr lang="en-US" sz="1600" dirty="0">
                <a:latin typeface="+mj-lt"/>
                <a:ea typeface="Lora" pitchFamily="34" charset="-122"/>
                <a:cs typeface="Lora" pitchFamily="34" charset="-120"/>
              </a:rPr>
              <a:t>Webhook Ingestion</a:t>
            </a:r>
            <a:endParaRPr lang="en-US" sz="1600" dirty="0">
              <a:latin typeface="+mj-lt"/>
            </a:endParaRPr>
          </a:p>
        </p:txBody>
      </p:sp>
      <p:sp>
        <p:nvSpPr>
          <p:cNvPr id="8" name="Text 6">
            <a:extLst>
              <a:ext uri="{FF2B5EF4-FFF2-40B4-BE49-F238E27FC236}">
                <a16:creationId xmlns:a16="http://schemas.microsoft.com/office/drawing/2014/main" id="{E7F28BC1-60E9-32FB-4124-AA17190986B1}"/>
              </a:ext>
            </a:extLst>
          </p:cNvPr>
          <p:cNvSpPr/>
          <p:nvPr/>
        </p:nvSpPr>
        <p:spPr>
          <a:xfrm>
            <a:off x="649784" y="3065054"/>
            <a:ext cx="4415433" cy="186110"/>
          </a:xfrm>
          <a:prstGeom prst="rect">
            <a:avLst/>
          </a:prstGeom>
          <a:noFill/>
          <a:ln/>
        </p:spPr>
        <p:txBody>
          <a:bodyPr wrap="none" lIns="0" tIns="0" rIns="0" bIns="0" rtlCol="0" anchor="t"/>
          <a:lstStyle/>
          <a:p>
            <a:pPr marL="0" indent="0" algn="l">
              <a:lnSpc>
                <a:spcPct val="123000"/>
              </a:lnSpc>
              <a:buNone/>
            </a:pPr>
            <a:r>
              <a:rPr lang="en-US" sz="1600" dirty="0">
                <a:ea typeface="Source Sans 3" pitchFamily="34" charset="-122"/>
                <a:cs typeface="Source Sans 3" pitchFamily="34" charset="-120"/>
              </a:rPr>
              <a:t>Ingest real-time webhook events from those systems</a:t>
            </a:r>
            <a:endParaRPr lang="en-US" sz="1600" dirty="0"/>
          </a:p>
        </p:txBody>
      </p:sp>
      <p:sp>
        <p:nvSpPr>
          <p:cNvPr id="9" name="Text 8">
            <a:extLst>
              <a:ext uri="{FF2B5EF4-FFF2-40B4-BE49-F238E27FC236}">
                <a16:creationId xmlns:a16="http://schemas.microsoft.com/office/drawing/2014/main" id="{1AFEFEAE-F47A-6ADE-22C4-81C393AA96F9}"/>
              </a:ext>
            </a:extLst>
          </p:cNvPr>
          <p:cNvSpPr/>
          <p:nvPr/>
        </p:nvSpPr>
        <p:spPr>
          <a:xfrm>
            <a:off x="649784" y="3610061"/>
            <a:ext cx="4415433" cy="185663"/>
          </a:xfrm>
          <a:prstGeom prst="rect">
            <a:avLst/>
          </a:prstGeom>
          <a:noFill/>
          <a:ln/>
        </p:spPr>
        <p:txBody>
          <a:bodyPr wrap="none" lIns="0" tIns="0" rIns="0" bIns="0" rtlCol="0" anchor="t"/>
          <a:lstStyle/>
          <a:p>
            <a:pPr marL="0" indent="0" algn="l">
              <a:lnSpc>
                <a:spcPct val="104000"/>
              </a:lnSpc>
              <a:buNone/>
            </a:pPr>
            <a:r>
              <a:rPr lang="en-US" sz="1600" dirty="0">
                <a:latin typeface="+mj-lt"/>
                <a:ea typeface="Lora" pitchFamily="34" charset="-122"/>
                <a:cs typeface="Lora" pitchFamily="34" charset="-120"/>
              </a:rPr>
              <a:t>Context APIs</a:t>
            </a:r>
            <a:endParaRPr lang="en-US" sz="1600" dirty="0">
              <a:latin typeface="+mj-lt"/>
            </a:endParaRPr>
          </a:p>
        </p:txBody>
      </p:sp>
      <p:sp>
        <p:nvSpPr>
          <p:cNvPr id="10" name="Text 9">
            <a:extLst>
              <a:ext uri="{FF2B5EF4-FFF2-40B4-BE49-F238E27FC236}">
                <a16:creationId xmlns:a16="http://schemas.microsoft.com/office/drawing/2014/main" id="{8F440272-8BF7-7363-6EDE-4E0C20468F0B}"/>
              </a:ext>
            </a:extLst>
          </p:cNvPr>
          <p:cNvSpPr/>
          <p:nvPr/>
        </p:nvSpPr>
        <p:spPr>
          <a:xfrm>
            <a:off x="649784" y="3795723"/>
            <a:ext cx="5674815" cy="793603"/>
          </a:xfrm>
          <a:prstGeom prst="rect">
            <a:avLst/>
          </a:prstGeom>
          <a:noFill/>
          <a:ln/>
        </p:spPr>
        <p:txBody>
          <a:bodyPr wrap="none" lIns="0" tIns="0" rIns="0" bIns="0" rtlCol="0" anchor="t"/>
          <a:lstStyle/>
          <a:p>
            <a:pPr marL="0" indent="0" algn="l">
              <a:lnSpc>
                <a:spcPct val="123000"/>
              </a:lnSpc>
              <a:buNone/>
            </a:pPr>
            <a:r>
              <a:rPr lang="en-US" sz="1600" dirty="0">
                <a:ea typeface="Source Sans 3" pitchFamily="34" charset="-122"/>
                <a:cs typeface="Source Sans 3" pitchFamily="34" charset="-120"/>
              </a:rPr>
              <a:t>Expose timeline, relationship, repository, deployment,</a:t>
            </a:r>
          </a:p>
          <a:p>
            <a:pPr marL="0" indent="0" algn="l">
              <a:lnSpc>
                <a:spcPct val="123000"/>
              </a:lnSpc>
              <a:buNone/>
            </a:pPr>
            <a:r>
              <a:rPr lang="en-US" sz="1600" dirty="0">
                <a:ea typeface="Source Sans 3" pitchFamily="34" charset="-122"/>
                <a:cs typeface="Source Sans 3" pitchFamily="34" charset="-120"/>
              </a:rPr>
              <a:t> release, and Jira search APIs</a:t>
            </a:r>
          </a:p>
          <a:p>
            <a:pPr marL="0" indent="0" algn="l">
              <a:lnSpc>
                <a:spcPct val="123000"/>
              </a:lnSpc>
              <a:buNone/>
            </a:pPr>
            <a:endParaRPr lang="en-US" sz="1600" dirty="0"/>
          </a:p>
        </p:txBody>
      </p:sp>
      <p:sp>
        <p:nvSpPr>
          <p:cNvPr id="11" name="Text 11">
            <a:extLst>
              <a:ext uri="{FF2B5EF4-FFF2-40B4-BE49-F238E27FC236}">
                <a16:creationId xmlns:a16="http://schemas.microsoft.com/office/drawing/2014/main" id="{4B8D523A-2676-FCA8-80F8-A25FA35D9EB8}"/>
              </a:ext>
            </a:extLst>
          </p:cNvPr>
          <p:cNvSpPr/>
          <p:nvPr/>
        </p:nvSpPr>
        <p:spPr>
          <a:xfrm>
            <a:off x="649784" y="4883550"/>
            <a:ext cx="4415433" cy="185663"/>
          </a:xfrm>
          <a:prstGeom prst="rect">
            <a:avLst/>
          </a:prstGeom>
          <a:noFill/>
          <a:ln/>
        </p:spPr>
        <p:txBody>
          <a:bodyPr wrap="none" lIns="0" tIns="0" rIns="0" bIns="0" rtlCol="0" anchor="t"/>
          <a:lstStyle/>
          <a:p>
            <a:pPr marL="0" indent="0" algn="l">
              <a:lnSpc>
                <a:spcPct val="104000"/>
              </a:lnSpc>
              <a:buNone/>
            </a:pPr>
            <a:r>
              <a:rPr lang="en-US" sz="1600" dirty="0">
                <a:latin typeface="+mj-lt"/>
                <a:ea typeface="Lora" pitchFamily="34" charset="-122"/>
                <a:cs typeface="Lora" pitchFamily="34" charset="-120"/>
              </a:rPr>
              <a:t>Normalized Index</a:t>
            </a:r>
            <a:endParaRPr lang="en-US" sz="1600" dirty="0">
              <a:latin typeface="+mj-lt"/>
            </a:endParaRPr>
          </a:p>
        </p:txBody>
      </p:sp>
      <p:sp>
        <p:nvSpPr>
          <p:cNvPr id="12" name="Text 12">
            <a:extLst>
              <a:ext uri="{FF2B5EF4-FFF2-40B4-BE49-F238E27FC236}">
                <a16:creationId xmlns:a16="http://schemas.microsoft.com/office/drawing/2014/main" id="{6F61E0B2-05CE-2D51-7EB2-0AAF30B4A7F0}"/>
              </a:ext>
            </a:extLst>
          </p:cNvPr>
          <p:cNvSpPr/>
          <p:nvPr/>
        </p:nvSpPr>
        <p:spPr>
          <a:xfrm>
            <a:off x="649785" y="5133060"/>
            <a:ext cx="5076102" cy="998712"/>
          </a:xfrm>
          <a:prstGeom prst="rect">
            <a:avLst/>
          </a:prstGeom>
          <a:noFill/>
          <a:ln/>
        </p:spPr>
        <p:txBody>
          <a:bodyPr wrap="square" lIns="0" tIns="0" rIns="0" bIns="0" rtlCol="0" anchor="t">
            <a:noAutofit/>
          </a:bodyPr>
          <a:lstStyle/>
          <a:p>
            <a:pPr>
              <a:lnSpc>
                <a:spcPct val="123000"/>
              </a:lnSpc>
            </a:pPr>
            <a:r>
              <a:rPr lang="en-US" sz="1600" dirty="0">
                <a:ea typeface="Source Sans 3" pitchFamily="34" charset="-122"/>
                <a:cs typeface="Source Sans 3" pitchFamily="34" charset="-120"/>
              </a:rPr>
              <a:t>Build a normalized engineering knowledge index without performing AI reasoning itself</a:t>
            </a:r>
            <a:endParaRPr lang="en-US" sz="1600" dirty="0"/>
          </a:p>
          <a:p>
            <a:pPr marL="0" indent="0" algn="l">
              <a:lnSpc>
                <a:spcPct val="123000"/>
              </a:lnSpc>
              <a:buNone/>
            </a:pPr>
            <a:endParaRPr lang="en-US" sz="1600" dirty="0"/>
          </a:p>
        </p:txBody>
      </p:sp>
    </p:spTree>
    <p:extLst>
      <p:ext uri="{BB962C8B-B14F-4D97-AF65-F5344CB8AC3E}">
        <p14:creationId xmlns:p14="http://schemas.microsoft.com/office/powerpoint/2010/main" val="6222991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7A544E-EC50-93A2-AD91-3F601DF3CA50}"/>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5664EFA8-4102-C1D4-AD48-3E689DA79138}"/>
              </a:ext>
            </a:extLst>
          </p:cNvPr>
          <p:cNvSpPr>
            <a:spLocks noGrp="1"/>
          </p:cNvSpPr>
          <p:nvPr>
            <p:ph type="sldNum" sz="quarter" idx="4"/>
          </p:nvPr>
        </p:nvSpPr>
        <p:spPr>
          <a:xfrm>
            <a:off x="428625" y="6420355"/>
            <a:ext cx="161904" cy="153888"/>
          </a:xfrm>
        </p:spPr>
        <p:txBody>
          <a:bodyPr wrap="none" anchor="ctr">
            <a:normAutofit/>
          </a:bodyPr>
          <a:lstStyle/>
          <a:p>
            <a:pPr>
              <a:spcAft>
                <a:spcPts val="600"/>
              </a:spcAft>
            </a:pPr>
            <a:fld id="{DAF489CC-3B7A-4DA5-A8C0-4984788D0EC5}" type="slidenum">
              <a:rPr lang="nl-NL" smtClean="0"/>
              <a:pPr>
                <a:spcAft>
                  <a:spcPts val="600"/>
                </a:spcAft>
              </a:pPr>
              <a:t>10</a:t>
            </a:fld>
            <a:endParaRPr lang="nl-NL"/>
          </a:p>
        </p:txBody>
      </p:sp>
      <p:pic>
        <p:nvPicPr>
          <p:cNvPr id="5" name="Picture 4">
            <a:extLst>
              <a:ext uri="{FF2B5EF4-FFF2-40B4-BE49-F238E27FC236}">
                <a16:creationId xmlns:a16="http://schemas.microsoft.com/office/drawing/2014/main" id="{A32DBEEE-04AE-0AB7-B50A-A423B862ED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5123" y="0"/>
            <a:ext cx="11578252" cy="6858000"/>
          </a:xfrm>
          <a:prstGeom prst="rect">
            <a:avLst/>
          </a:prstGeom>
        </p:spPr>
      </p:pic>
    </p:spTree>
    <p:extLst>
      <p:ext uri="{BB962C8B-B14F-4D97-AF65-F5344CB8AC3E}">
        <p14:creationId xmlns:p14="http://schemas.microsoft.com/office/powerpoint/2010/main" val="1319341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3AD9D-505E-21C7-4DC8-ABBF4727DC22}"/>
              </a:ext>
            </a:extLst>
          </p:cNvPr>
          <p:cNvSpPr>
            <a:spLocks noGrp="1"/>
          </p:cNvSpPr>
          <p:nvPr>
            <p:ph type="title"/>
          </p:nvPr>
        </p:nvSpPr>
        <p:spPr/>
        <p:txBody>
          <a:bodyPr/>
          <a:lstStyle/>
          <a:p>
            <a:r>
              <a:rPr lang="en-IN" b="1" dirty="0"/>
              <a:t>Future Vision</a:t>
            </a:r>
            <a:br>
              <a:rPr lang="en-US" dirty="0"/>
            </a:br>
            <a:endParaRPr lang="en-IN" dirty="0"/>
          </a:p>
        </p:txBody>
      </p:sp>
      <p:sp>
        <p:nvSpPr>
          <p:cNvPr id="3" name="Text Placeholder 2">
            <a:extLst>
              <a:ext uri="{FF2B5EF4-FFF2-40B4-BE49-F238E27FC236}">
                <a16:creationId xmlns:a16="http://schemas.microsoft.com/office/drawing/2014/main" id="{E3E85F34-4270-F48B-BC52-0B7751BBD053}"/>
              </a:ext>
            </a:extLst>
          </p:cNvPr>
          <p:cNvSpPr>
            <a:spLocks noGrp="1"/>
          </p:cNvSpPr>
          <p:nvPr>
            <p:ph type="body" sz="quarter" idx="10"/>
          </p:nvPr>
        </p:nvSpPr>
        <p:spPr/>
        <p:txBody>
          <a:bodyPr/>
          <a:lstStyle/>
          <a:p>
            <a:r>
              <a:rPr lang="en-IN" dirty="0"/>
              <a:t>Enterprise AI SRE Copilot</a:t>
            </a:r>
          </a:p>
        </p:txBody>
      </p:sp>
      <p:sp>
        <p:nvSpPr>
          <p:cNvPr id="5" name="Slide Number Placeholder 4">
            <a:extLst>
              <a:ext uri="{FF2B5EF4-FFF2-40B4-BE49-F238E27FC236}">
                <a16:creationId xmlns:a16="http://schemas.microsoft.com/office/drawing/2014/main" id="{89D916E4-AB72-C273-39AD-EBF6AB763351}"/>
              </a:ext>
            </a:extLst>
          </p:cNvPr>
          <p:cNvSpPr>
            <a:spLocks noGrp="1"/>
          </p:cNvSpPr>
          <p:nvPr>
            <p:ph type="sldNum" sz="quarter" idx="4"/>
          </p:nvPr>
        </p:nvSpPr>
        <p:spPr/>
        <p:txBody>
          <a:bodyPr/>
          <a:lstStyle/>
          <a:p>
            <a:fld id="{DAF489CC-3B7A-4DA5-A8C0-4984788D0EC5}" type="slidenum">
              <a:rPr lang="nl-NL" smtClean="0"/>
              <a:pPr/>
              <a:t>11</a:t>
            </a:fld>
            <a:endParaRPr lang="nl-NL"/>
          </a:p>
        </p:txBody>
      </p:sp>
      <p:grpSp>
        <p:nvGrpSpPr>
          <p:cNvPr id="30" name="Group 29">
            <a:extLst>
              <a:ext uri="{FF2B5EF4-FFF2-40B4-BE49-F238E27FC236}">
                <a16:creationId xmlns:a16="http://schemas.microsoft.com/office/drawing/2014/main" id="{C6A2A01E-D99D-98B5-433D-0F3A8773E4F9}"/>
              </a:ext>
            </a:extLst>
          </p:cNvPr>
          <p:cNvGrpSpPr/>
          <p:nvPr/>
        </p:nvGrpSpPr>
        <p:grpSpPr>
          <a:xfrm>
            <a:off x="10040562" y="4659016"/>
            <a:ext cx="2002971" cy="1593426"/>
            <a:chOff x="9920819" y="4413668"/>
            <a:chExt cx="2002971" cy="1593426"/>
          </a:xfrm>
        </p:grpSpPr>
        <p:pic>
          <p:nvPicPr>
            <p:cNvPr id="1030" name="Picture 6" descr="Process Icon by kmg-design – download ...">
              <a:extLst>
                <a:ext uri="{FF2B5EF4-FFF2-40B4-BE49-F238E27FC236}">
                  <a16:creationId xmlns:a16="http://schemas.microsoft.com/office/drawing/2014/main" id="{9DDED38E-AF53-F0EB-EBBE-1AB7E19F34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54343" y="4413668"/>
              <a:ext cx="1234197" cy="1234197"/>
            </a:xfrm>
            <a:prstGeom prst="rect">
              <a:avLst/>
            </a:prstGeom>
            <a:noFill/>
            <a:extLst>
              <a:ext uri="{909E8E84-426E-40DD-AFC4-6F175D3DCCD1}">
                <a14:hiddenFill xmlns:a14="http://schemas.microsoft.com/office/drawing/2010/main">
                  <a:solidFill>
                    <a:srgbClr val="FFFFFF"/>
                  </a:solidFill>
                </a14:hiddenFill>
              </a:ext>
            </a:extLst>
          </p:spPr>
        </p:pic>
        <p:sp>
          <p:nvSpPr>
            <p:cNvPr id="29" name="TextBox 28">
              <a:extLst>
                <a:ext uri="{FF2B5EF4-FFF2-40B4-BE49-F238E27FC236}">
                  <a16:creationId xmlns:a16="http://schemas.microsoft.com/office/drawing/2014/main" id="{16C8662F-C784-EEFF-5351-7400977412D1}"/>
                </a:ext>
              </a:extLst>
            </p:cNvPr>
            <p:cNvSpPr txBox="1"/>
            <p:nvPr/>
          </p:nvSpPr>
          <p:spPr>
            <a:xfrm>
              <a:off x="9920819" y="5647865"/>
              <a:ext cx="2002971" cy="359229"/>
            </a:xfrm>
            <a:prstGeom prst="rect">
              <a:avLst/>
            </a:prstGeom>
            <a:noFill/>
          </p:spPr>
          <p:txBody>
            <a:bodyPr wrap="square" rtlCol="0">
              <a:noAutofit/>
            </a:bodyPr>
            <a:lstStyle/>
            <a:p>
              <a:pPr algn="l"/>
              <a:r>
                <a:rPr lang="en-IN" sz="1600" b="1" dirty="0">
                  <a:solidFill>
                    <a:srgbClr val="0070C0"/>
                  </a:solidFill>
                </a:rPr>
                <a:t>Continuous Cycle</a:t>
              </a:r>
            </a:p>
          </p:txBody>
        </p:sp>
      </p:grpSp>
      <p:pic>
        <p:nvPicPr>
          <p:cNvPr id="1034" name="Picture 10" descr="Rewards: Functions, Types, Examples ...">
            <a:extLst>
              <a:ext uri="{FF2B5EF4-FFF2-40B4-BE49-F238E27FC236}">
                <a16:creationId xmlns:a16="http://schemas.microsoft.com/office/drawing/2014/main" id="{AC476435-84B9-1C94-2E1D-1F0A975C80A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45065" y="58771"/>
            <a:ext cx="1618310" cy="1234197"/>
          </a:xfrm>
          <a:prstGeom prst="rect">
            <a:avLst/>
          </a:prstGeom>
          <a:noFill/>
          <a:extLst>
            <a:ext uri="{909E8E84-426E-40DD-AFC4-6F175D3DCCD1}">
              <a14:hiddenFill xmlns:a14="http://schemas.microsoft.com/office/drawing/2010/main">
                <a:solidFill>
                  <a:srgbClr val="FFFFFF"/>
                </a:solidFill>
              </a14:hiddenFill>
            </a:ext>
          </a:extLst>
        </p:spPr>
      </p:pic>
      <p:sp>
        <p:nvSpPr>
          <p:cNvPr id="4" name="Text 6">
            <a:extLst>
              <a:ext uri="{FF2B5EF4-FFF2-40B4-BE49-F238E27FC236}">
                <a16:creationId xmlns:a16="http://schemas.microsoft.com/office/drawing/2014/main" id="{FB5E8168-21A8-C62F-51C2-6F7914253414}"/>
              </a:ext>
            </a:extLst>
          </p:cNvPr>
          <p:cNvSpPr/>
          <p:nvPr/>
        </p:nvSpPr>
        <p:spPr>
          <a:xfrm>
            <a:off x="724716" y="1461302"/>
            <a:ext cx="4054673" cy="121072"/>
          </a:xfrm>
          <a:prstGeom prst="rect">
            <a:avLst/>
          </a:prstGeom>
          <a:noFill/>
          <a:ln/>
        </p:spPr>
        <p:txBody>
          <a:bodyPr wrap="none" lIns="0" tIns="0" rIns="0" bIns="0" rtlCol="0" anchor="t"/>
          <a:lstStyle/>
          <a:p>
            <a:pPr marL="0" indent="0" algn="l">
              <a:lnSpc>
                <a:spcPct val="104000"/>
              </a:lnSpc>
              <a:buNone/>
            </a:pPr>
            <a:r>
              <a:rPr lang="en-US" sz="1400" dirty="0">
                <a:solidFill>
                  <a:schemeClr val="bg1"/>
                </a:solidFill>
                <a:ea typeface="Brygada 1918 SemiBold" pitchFamily="34" charset="-122"/>
                <a:cs typeface="Brygada 1918 SemiBold" pitchFamily="34" charset="-120"/>
              </a:rPr>
              <a:t> Alert fires</a:t>
            </a:r>
            <a:endParaRPr lang="en-US" sz="1400" dirty="0">
              <a:solidFill>
                <a:schemeClr val="bg1"/>
              </a:solidFill>
            </a:endParaRPr>
          </a:p>
        </p:txBody>
      </p:sp>
      <p:sp>
        <p:nvSpPr>
          <p:cNvPr id="7" name="Text 10">
            <a:extLst>
              <a:ext uri="{FF2B5EF4-FFF2-40B4-BE49-F238E27FC236}">
                <a16:creationId xmlns:a16="http://schemas.microsoft.com/office/drawing/2014/main" id="{3D03F0E1-6DDC-E471-2205-A0AA46FB4CA4}"/>
              </a:ext>
            </a:extLst>
          </p:cNvPr>
          <p:cNvSpPr/>
          <p:nvPr/>
        </p:nvSpPr>
        <p:spPr>
          <a:xfrm>
            <a:off x="5078658" y="1495257"/>
            <a:ext cx="4054748" cy="121072"/>
          </a:xfrm>
          <a:prstGeom prst="rect">
            <a:avLst/>
          </a:prstGeom>
          <a:noFill/>
          <a:ln/>
        </p:spPr>
        <p:txBody>
          <a:bodyPr wrap="none" lIns="0" tIns="0" rIns="0" bIns="0" rtlCol="0" anchor="t"/>
          <a:lstStyle/>
          <a:p>
            <a:pPr marL="0" indent="0" algn="l">
              <a:lnSpc>
                <a:spcPct val="104000"/>
              </a:lnSpc>
              <a:buNone/>
            </a:pPr>
            <a:r>
              <a:rPr lang="en-US" sz="1400" dirty="0">
                <a:solidFill>
                  <a:schemeClr val="bg1"/>
                </a:solidFill>
                <a:ea typeface="Brygada 1918 SemiBold" pitchFamily="34" charset="-122"/>
                <a:cs typeface="Brygada 1918 SemiBold" pitchFamily="34" charset="-120"/>
              </a:rPr>
              <a:t>Agent reasons</a:t>
            </a:r>
            <a:endParaRPr lang="en-US" sz="1400" dirty="0">
              <a:solidFill>
                <a:schemeClr val="bg1"/>
              </a:solidFill>
            </a:endParaRPr>
          </a:p>
        </p:txBody>
      </p:sp>
      <p:sp>
        <p:nvSpPr>
          <p:cNvPr id="9" name="Text 3">
            <a:extLst>
              <a:ext uri="{FF2B5EF4-FFF2-40B4-BE49-F238E27FC236}">
                <a16:creationId xmlns:a16="http://schemas.microsoft.com/office/drawing/2014/main" id="{74EE99FF-D1E7-21C0-5DE2-53C0F2C95146}"/>
              </a:ext>
            </a:extLst>
          </p:cNvPr>
          <p:cNvSpPr/>
          <p:nvPr/>
        </p:nvSpPr>
        <p:spPr>
          <a:xfrm>
            <a:off x="661493" y="1292722"/>
            <a:ext cx="10869017" cy="258465"/>
          </a:xfrm>
          <a:prstGeom prst="rect">
            <a:avLst/>
          </a:prstGeom>
          <a:noFill/>
          <a:ln/>
        </p:spPr>
        <p:txBody>
          <a:bodyPr wrap="none" lIns="0" tIns="0" rIns="0" bIns="0" rtlCol="0" anchor="t"/>
          <a:lstStyle/>
          <a:p>
            <a:pPr>
              <a:lnSpc>
                <a:spcPct val="104000"/>
              </a:lnSpc>
            </a:pPr>
            <a:r>
              <a:rPr lang="en-US" dirty="0">
                <a:solidFill>
                  <a:srgbClr val="00005C"/>
                </a:solidFill>
                <a:latin typeface="+mj-lt"/>
                <a:ea typeface="Brygada 1918 SemiBold" pitchFamily="34" charset="-122"/>
                <a:cs typeface="Brygada 1918 SemiBold" pitchFamily="34" charset="-120"/>
              </a:rPr>
              <a:t>The On-Call Experience — with SentinelAI Fully Realised</a:t>
            </a:r>
            <a:endParaRPr lang="en-US" dirty="0">
              <a:solidFill>
                <a:srgbClr val="00005C"/>
              </a:solidFill>
              <a:latin typeface="+mj-lt"/>
            </a:endParaRPr>
          </a:p>
        </p:txBody>
      </p:sp>
      <p:sp>
        <p:nvSpPr>
          <p:cNvPr id="10" name="Text 4">
            <a:extLst>
              <a:ext uri="{FF2B5EF4-FFF2-40B4-BE49-F238E27FC236}">
                <a16:creationId xmlns:a16="http://schemas.microsoft.com/office/drawing/2014/main" id="{76881254-CA55-7108-A745-A7E04A40E158}"/>
              </a:ext>
            </a:extLst>
          </p:cNvPr>
          <p:cNvSpPr/>
          <p:nvPr/>
        </p:nvSpPr>
        <p:spPr>
          <a:xfrm>
            <a:off x="661492" y="1635919"/>
            <a:ext cx="206672" cy="129183"/>
          </a:xfrm>
          <a:prstGeom prst="rect">
            <a:avLst/>
          </a:prstGeom>
          <a:noFill/>
          <a:ln/>
        </p:spPr>
        <p:txBody>
          <a:bodyPr wrap="none" lIns="0" tIns="0" rIns="0" bIns="0" rtlCol="0" anchor="ctr"/>
          <a:lstStyle/>
          <a:p>
            <a:r>
              <a:rPr lang="en-US" sz="1400" dirty="0">
                <a:solidFill>
                  <a:srgbClr val="00005C"/>
                </a:solidFill>
                <a:ea typeface="Brygada 1918 Light" pitchFamily="34" charset="-122"/>
                <a:cs typeface="Brygada 1918 Light" pitchFamily="34" charset="-120"/>
              </a:rPr>
              <a:t>01</a:t>
            </a:r>
            <a:endParaRPr lang="en-US" sz="1400" dirty="0">
              <a:solidFill>
                <a:srgbClr val="00005C"/>
              </a:solidFill>
            </a:endParaRPr>
          </a:p>
        </p:txBody>
      </p:sp>
      <p:sp>
        <p:nvSpPr>
          <p:cNvPr id="11" name="Text 6">
            <a:extLst>
              <a:ext uri="{FF2B5EF4-FFF2-40B4-BE49-F238E27FC236}">
                <a16:creationId xmlns:a16="http://schemas.microsoft.com/office/drawing/2014/main" id="{84659C56-1A22-4D0F-A399-1A50B714FF33}"/>
              </a:ext>
            </a:extLst>
          </p:cNvPr>
          <p:cNvSpPr/>
          <p:nvPr/>
        </p:nvSpPr>
        <p:spPr>
          <a:xfrm>
            <a:off x="661493" y="1875830"/>
            <a:ext cx="5406231" cy="161429"/>
          </a:xfrm>
          <a:prstGeom prst="rect">
            <a:avLst/>
          </a:prstGeom>
          <a:noFill/>
          <a:ln/>
        </p:spPr>
        <p:txBody>
          <a:bodyPr wrap="none" lIns="0" tIns="0" rIns="0" bIns="0" rtlCol="0" anchor="t"/>
          <a:lstStyle/>
          <a:p>
            <a:pPr>
              <a:lnSpc>
                <a:spcPct val="104000"/>
              </a:lnSpc>
            </a:pPr>
            <a:r>
              <a:rPr lang="en-US" sz="1400" dirty="0">
                <a:solidFill>
                  <a:srgbClr val="00005C"/>
                </a:solidFill>
                <a:ea typeface="Twemoji Mozilla" pitchFamily="34" charset="-122"/>
                <a:cs typeface="Twemoji Mozilla" pitchFamily="34" charset="-120"/>
              </a:rPr>
              <a:t>🚨</a:t>
            </a:r>
            <a:r>
              <a:rPr lang="en-US" sz="1400" dirty="0">
                <a:solidFill>
                  <a:srgbClr val="00005C"/>
                </a:solidFill>
                <a:ea typeface="Brygada 1918 SemiBold" pitchFamily="34" charset="-122"/>
                <a:cs typeface="Brygada 1918 SemiBold" pitchFamily="34" charset="-120"/>
              </a:rPr>
              <a:t> Alert fires</a:t>
            </a:r>
            <a:endParaRPr lang="en-US" sz="1400" dirty="0">
              <a:solidFill>
                <a:srgbClr val="00005C"/>
              </a:solidFill>
            </a:endParaRPr>
          </a:p>
        </p:txBody>
      </p:sp>
      <p:sp>
        <p:nvSpPr>
          <p:cNvPr id="12" name="Text 8">
            <a:extLst>
              <a:ext uri="{FF2B5EF4-FFF2-40B4-BE49-F238E27FC236}">
                <a16:creationId xmlns:a16="http://schemas.microsoft.com/office/drawing/2014/main" id="{DC572351-9201-409B-5362-F368EE52F41D}"/>
              </a:ext>
            </a:extLst>
          </p:cNvPr>
          <p:cNvSpPr/>
          <p:nvPr/>
        </p:nvSpPr>
        <p:spPr>
          <a:xfrm>
            <a:off x="6124179" y="1635919"/>
            <a:ext cx="206672" cy="129183"/>
          </a:xfrm>
          <a:prstGeom prst="rect">
            <a:avLst/>
          </a:prstGeom>
          <a:noFill/>
          <a:ln/>
        </p:spPr>
        <p:txBody>
          <a:bodyPr wrap="none" lIns="0" tIns="0" rIns="0" bIns="0" rtlCol="0" anchor="ctr"/>
          <a:lstStyle/>
          <a:p>
            <a:r>
              <a:rPr lang="en-US" sz="1400" dirty="0">
                <a:solidFill>
                  <a:srgbClr val="00005C"/>
                </a:solidFill>
                <a:latin typeface="+mj-lt"/>
                <a:ea typeface="Brygada 1918 Light" pitchFamily="34" charset="-122"/>
                <a:cs typeface="Brygada 1918 Light" pitchFamily="34" charset="-120"/>
              </a:rPr>
              <a:t>02</a:t>
            </a:r>
            <a:endParaRPr lang="en-US" sz="1400" dirty="0">
              <a:solidFill>
                <a:srgbClr val="00005C"/>
              </a:solidFill>
              <a:latin typeface="+mj-lt"/>
            </a:endParaRPr>
          </a:p>
        </p:txBody>
      </p:sp>
      <p:sp>
        <p:nvSpPr>
          <p:cNvPr id="13" name="Text 10">
            <a:extLst>
              <a:ext uri="{FF2B5EF4-FFF2-40B4-BE49-F238E27FC236}">
                <a16:creationId xmlns:a16="http://schemas.microsoft.com/office/drawing/2014/main" id="{79AECF38-A9F1-E9F3-374A-3C79F3C79476}"/>
              </a:ext>
            </a:extLst>
          </p:cNvPr>
          <p:cNvSpPr/>
          <p:nvPr/>
        </p:nvSpPr>
        <p:spPr>
          <a:xfrm>
            <a:off x="6124179" y="1875830"/>
            <a:ext cx="5406331" cy="161429"/>
          </a:xfrm>
          <a:prstGeom prst="rect">
            <a:avLst/>
          </a:prstGeom>
          <a:noFill/>
          <a:ln/>
        </p:spPr>
        <p:txBody>
          <a:bodyPr wrap="none" lIns="0" tIns="0" rIns="0" bIns="0" rtlCol="0" anchor="t"/>
          <a:lstStyle/>
          <a:p>
            <a:pPr>
              <a:lnSpc>
                <a:spcPct val="104000"/>
              </a:lnSpc>
            </a:pPr>
            <a:r>
              <a:rPr lang="en-US" sz="1400" dirty="0">
                <a:solidFill>
                  <a:srgbClr val="00005C"/>
                </a:solidFill>
                <a:ea typeface="Twemoji Mozilla" pitchFamily="34" charset="-122"/>
                <a:cs typeface="Twemoji Mozilla" pitchFamily="34" charset="-120"/>
              </a:rPr>
              <a:t>🧠</a:t>
            </a:r>
            <a:r>
              <a:rPr lang="en-US" sz="1400" dirty="0">
                <a:solidFill>
                  <a:srgbClr val="00005C"/>
                </a:solidFill>
                <a:ea typeface="Brygada 1918 SemiBold" pitchFamily="34" charset="-122"/>
                <a:cs typeface="Brygada 1918 SemiBold" pitchFamily="34" charset="-120"/>
              </a:rPr>
              <a:t> Agent reasons</a:t>
            </a:r>
            <a:endParaRPr lang="en-US" sz="1400" dirty="0">
              <a:solidFill>
                <a:srgbClr val="00005C"/>
              </a:solidFill>
            </a:endParaRPr>
          </a:p>
        </p:txBody>
      </p:sp>
      <p:sp>
        <p:nvSpPr>
          <p:cNvPr id="14" name="Text 11">
            <a:extLst>
              <a:ext uri="{FF2B5EF4-FFF2-40B4-BE49-F238E27FC236}">
                <a16:creationId xmlns:a16="http://schemas.microsoft.com/office/drawing/2014/main" id="{96687E12-F8DD-C102-6260-EFEA08475F7B}"/>
              </a:ext>
            </a:extLst>
          </p:cNvPr>
          <p:cNvSpPr/>
          <p:nvPr/>
        </p:nvSpPr>
        <p:spPr>
          <a:xfrm>
            <a:off x="6124179" y="2071092"/>
            <a:ext cx="5406331" cy="127893"/>
          </a:xfrm>
          <a:prstGeom prst="rect">
            <a:avLst/>
          </a:prstGeom>
          <a:noFill/>
          <a:ln/>
        </p:spPr>
        <p:txBody>
          <a:bodyPr wrap="none" lIns="0" tIns="0" rIns="0" bIns="0" rtlCol="0" anchor="t"/>
          <a:lstStyle/>
          <a:p>
            <a:pPr>
              <a:lnSpc>
                <a:spcPct val="103000"/>
              </a:lnSpc>
            </a:pPr>
            <a:r>
              <a:rPr lang="en-US" sz="1400" dirty="0">
                <a:solidFill>
                  <a:srgbClr val="00005C"/>
                </a:solidFill>
                <a:ea typeface="Brygada 1918" pitchFamily="34" charset="-122"/>
                <a:cs typeface="Brygada 1918" pitchFamily="34" charset="-120"/>
              </a:rPr>
              <a:t>Understands goal: 'investigate payment service degradation'</a:t>
            </a:r>
            <a:endParaRPr lang="en-US" sz="1400" dirty="0">
              <a:solidFill>
                <a:srgbClr val="00005C"/>
              </a:solidFill>
            </a:endParaRPr>
          </a:p>
        </p:txBody>
      </p:sp>
      <p:sp>
        <p:nvSpPr>
          <p:cNvPr id="15" name="Text 14">
            <a:extLst>
              <a:ext uri="{FF2B5EF4-FFF2-40B4-BE49-F238E27FC236}">
                <a16:creationId xmlns:a16="http://schemas.microsoft.com/office/drawing/2014/main" id="{FC73DC41-56CB-9A4D-23AD-1A81F3AB1A19}"/>
              </a:ext>
            </a:extLst>
          </p:cNvPr>
          <p:cNvSpPr/>
          <p:nvPr/>
        </p:nvSpPr>
        <p:spPr>
          <a:xfrm>
            <a:off x="661493" y="2442210"/>
            <a:ext cx="5406231" cy="161429"/>
          </a:xfrm>
          <a:prstGeom prst="rect">
            <a:avLst/>
          </a:prstGeom>
          <a:noFill/>
          <a:ln/>
        </p:spPr>
        <p:txBody>
          <a:bodyPr wrap="none" lIns="0" tIns="0" rIns="0" bIns="0" rtlCol="0" anchor="t"/>
          <a:lstStyle/>
          <a:p>
            <a:pPr>
              <a:lnSpc>
                <a:spcPct val="104000"/>
              </a:lnSpc>
            </a:pPr>
            <a:r>
              <a:rPr lang="en-US" sz="1400" dirty="0">
                <a:solidFill>
                  <a:srgbClr val="00005C"/>
                </a:solidFill>
                <a:ea typeface="Twemoji Mozilla" pitchFamily="34" charset="-122"/>
                <a:cs typeface="Twemoji Mozilla" pitchFamily="34" charset="-120"/>
              </a:rPr>
              <a:t>🔍</a:t>
            </a:r>
            <a:r>
              <a:rPr lang="en-US" sz="1400" dirty="0">
                <a:solidFill>
                  <a:srgbClr val="00005C"/>
                </a:solidFill>
                <a:ea typeface="Brygada 1918 SemiBold" pitchFamily="34" charset="-122"/>
                <a:cs typeface="Brygada 1918 SemiBold" pitchFamily="34" charset="-120"/>
              </a:rPr>
              <a:t> Agent queries</a:t>
            </a:r>
            <a:endParaRPr lang="en-US" sz="1400" dirty="0">
              <a:solidFill>
                <a:srgbClr val="00005C"/>
              </a:solidFill>
            </a:endParaRPr>
          </a:p>
        </p:txBody>
      </p:sp>
      <p:sp>
        <p:nvSpPr>
          <p:cNvPr id="27" name="Text 15">
            <a:extLst>
              <a:ext uri="{FF2B5EF4-FFF2-40B4-BE49-F238E27FC236}">
                <a16:creationId xmlns:a16="http://schemas.microsoft.com/office/drawing/2014/main" id="{7BDCC6AC-617F-3EE4-9DC2-467F64E0BB08}"/>
              </a:ext>
            </a:extLst>
          </p:cNvPr>
          <p:cNvSpPr/>
          <p:nvPr/>
        </p:nvSpPr>
        <p:spPr>
          <a:xfrm>
            <a:off x="661493" y="2637472"/>
            <a:ext cx="5406231" cy="127893"/>
          </a:xfrm>
          <a:prstGeom prst="rect">
            <a:avLst/>
          </a:prstGeom>
          <a:noFill/>
          <a:ln/>
        </p:spPr>
        <p:txBody>
          <a:bodyPr wrap="none" lIns="0" tIns="0" rIns="0" bIns="0" rtlCol="0" anchor="t"/>
          <a:lstStyle/>
          <a:p>
            <a:pPr>
              <a:lnSpc>
                <a:spcPct val="103000"/>
              </a:lnSpc>
            </a:pPr>
            <a:r>
              <a:rPr lang="en-US" sz="1400" dirty="0">
                <a:solidFill>
                  <a:srgbClr val="00005C"/>
                </a:solidFill>
                <a:ea typeface="Brygada 1918" pitchFamily="34" charset="-122"/>
                <a:cs typeface="Brygada 1918" pitchFamily="34" charset="-120"/>
              </a:rPr>
              <a:t>Calls ELK · Kafka · deployment history · incident KB — all auto</a:t>
            </a:r>
            <a:endParaRPr lang="en-US" sz="1400" dirty="0">
              <a:solidFill>
                <a:srgbClr val="00005C"/>
              </a:solidFill>
            </a:endParaRPr>
          </a:p>
        </p:txBody>
      </p:sp>
      <p:sp>
        <p:nvSpPr>
          <p:cNvPr id="31" name="Text 18">
            <a:extLst>
              <a:ext uri="{FF2B5EF4-FFF2-40B4-BE49-F238E27FC236}">
                <a16:creationId xmlns:a16="http://schemas.microsoft.com/office/drawing/2014/main" id="{C12A563F-178C-977B-D45F-FF8F12E91A4A}"/>
              </a:ext>
            </a:extLst>
          </p:cNvPr>
          <p:cNvSpPr/>
          <p:nvPr/>
        </p:nvSpPr>
        <p:spPr>
          <a:xfrm>
            <a:off x="6124179" y="2572842"/>
            <a:ext cx="5406331" cy="161429"/>
          </a:xfrm>
          <a:prstGeom prst="rect">
            <a:avLst/>
          </a:prstGeom>
          <a:noFill/>
          <a:ln/>
        </p:spPr>
        <p:txBody>
          <a:bodyPr wrap="none" lIns="0" tIns="0" rIns="0" bIns="0" rtlCol="0" anchor="t"/>
          <a:lstStyle/>
          <a:p>
            <a:pPr>
              <a:lnSpc>
                <a:spcPct val="104000"/>
              </a:lnSpc>
            </a:pPr>
            <a:r>
              <a:rPr lang="en-US" sz="1400" dirty="0">
                <a:solidFill>
                  <a:srgbClr val="00005C"/>
                </a:solidFill>
                <a:ea typeface="Twemoji Mozilla" pitchFamily="34" charset="-122"/>
                <a:cs typeface="Twemoji Mozilla" pitchFamily="34" charset="-120"/>
              </a:rPr>
              <a:t>📝</a:t>
            </a:r>
            <a:r>
              <a:rPr lang="en-US" sz="1400" dirty="0">
                <a:solidFill>
                  <a:srgbClr val="00005C"/>
                </a:solidFill>
                <a:ea typeface="Brygada 1918 SemiBold" pitchFamily="34" charset="-122"/>
                <a:cs typeface="Brygada 1918 SemiBold" pitchFamily="34" charset="-120"/>
              </a:rPr>
              <a:t> Agent correlates</a:t>
            </a:r>
            <a:endParaRPr lang="en-US" sz="1400" dirty="0">
              <a:solidFill>
                <a:srgbClr val="00005C"/>
              </a:solidFill>
            </a:endParaRPr>
          </a:p>
        </p:txBody>
      </p:sp>
      <p:sp>
        <p:nvSpPr>
          <p:cNvPr id="32" name="Text 19">
            <a:extLst>
              <a:ext uri="{FF2B5EF4-FFF2-40B4-BE49-F238E27FC236}">
                <a16:creationId xmlns:a16="http://schemas.microsoft.com/office/drawing/2014/main" id="{37C40FC5-BF54-973E-E2F4-6F8C7CF650A8}"/>
              </a:ext>
            </a:extLst>
          </p:cNvPr>
          <p:cNvSpPr/>
          <p:nvPr/>
        </p:nvSpPr>
        <p:spPr>
          <a:xfrm>
            <a:off x="6124179" y="2768104"/>
            <a:ext cx="5406331" cy="127893"/>
          </a:xfrm>
          <a:prstGeom prst="rect">
            <a:avLst/>
          </a:prstGeom>
          <a:noFill/>
          <a:ln/>
        </p:spPr>
        <p:txBody>
          <a:bodyPr wrap="none" lIns="0" tIns="0" rIns="0" bIns="0" rtlCol="0" anchor="t"/>
          <a:lstStyle/>
          <a:p>
            <a:pPr>
              <a:lnSpc>
                <a:spcPct val="103000"/>
              </a:lnSpc>
            </a:pPr>
            <a:r>
              <a:rPr lang="en-US" sz="1400" dirty="0">
                <a:solidFill>
                  <a:srgbClr val="00005C"/>
                </a:solidFill>
                <a:ea typeface="Brygada 1918" pitchFamily="34" charset="-122"/>
                <a:cs typeface="Brygada 1918" pitchFamily="34" charset="-120"/>
              </a:rPr>
              <a:t>Links deploy v2.3.1 to error spike 18 min later via timeline</a:t>
            </a:r>
            <a:endParaRPr lang="en-US" sz="1400" dirty="0">
              <a:solidFill>
                <a:srgbClr val="00005C"/>
              </a:solidFill>
            </a:endParaRPr>
          </a:p>
        </p:txBody>
      </p:sp>
      <p:sp>
        <p:nvSpPr>
          <p:cNvPr id="33" name="Text 20">
            <a:extLst>
              <a:ext uri="{FF2B5EF4-FFF2-40B4-BE49-F238E27FC236}">
                <a16:creationId xmlns:a16="http://schemas.microsoft.com/office/drawing/2014/main" id="{82E8F1D0-C5D9-872F-C5CB-B5DA19D25324}"/>
              </a:ext>
            </a:extLst>
          </p:cNvPr>
          <p:cNvSpPr/>
          <p:nvPr/>
        </p:nvSpPr>
        <p:spPr>
          <a:xfrm>
            <a:off x="661492" y="3029943"/>
            <a:ext cx="206672" cy="129183"/>
          </a:xfrm>
          <a:prstGeom prst="rect">
            <a:avLst/>
          </a:prstGeom>
          <a:noFill/>
          <a:ln/>
        </p:spPr>
        <p:txBody>
          <a:bodyPr wrap="none" lIns="0" tIns="0" rIns="0" bIns="0" rtlCol="0" anchor="ctr"/>
          <a:lstStyle/>
          <a:p>
            <a:r>
              <a:rPr lang="en-US" sz="1400" dirty="0">
                <a:solidFill>
                  <a:srgbClr val="00005C"/>
                </a:solidFill>
                <a:latin typeface="+mj-lt"/>
                <a:ea typeface="Brygada 1918 Light" pitchFamily="34" charset="-122"/>
                <a:cs typeface="Brygada 1918 Light" pitchFamily="34" charset="-120"/>
              </a:rPr>
              <a:t>05</a:t>
            </a:r>
            <a:endParaRPr lang="en-US" sz="1400" dirty="0">
              <a:solidFill>
                <a:srgbClr val="00005C"/>
              </a:solidFill>
              <a:latin typeface="+mj-lt"/>
            </a:endParaRPr>
          </a:p>
        </p:txBody>
      </p:sp>
      <p:sp>
        <p:nvSpPr>
          <p:cNvPr id="34" name="Text 22">
            <a:extLst>
              <a:ext uri="{FF2B5EF4-FFF2-40B4-BE49-F238E27FC236}">
                <a16:creationId xmlns:a16="http://schemas.microsoft.com/office/drawing/2014/main" id="{C8772FC8-8E9E-C85B-B39A-4BF42E33E305}"/>
              </a:ext>
            </a:extLst>
          </p:cNvPr>
          <p:cNvSpPr/>
          <p:nvPr/>
        </p:nvSpPr>
        <p:spPr>
          <a:xfrm>
            <a:off x="661493" y="3226310"/>
            <a:ext cx="5406231" cy="161429"/>
          </a:xfrm>
          <a:prstGeom prst="rect">
            <a:avLst/>
          </a:prstGeom>
          <a:noFill/>
          <a:ln/>
        </p:spPr>
        <p:txBody>
          <a:bodyPr wrap="none" lIns="0" tIns="0" rIns="0" bIns="0" rtlCol="0" anchor="t"/>
          <a:lstStyle/>
          <a:p>
            <a:pPr>
              <a:lnSpc>
                <a:spcPct val="104000"/>
              </a:lnSpc>
            </a:pPr>
            <a:r>
              <a:rPr lang="en-US" sz="1400" dirty="0">
                <a:solidFill>
                  <a:srgbClr val="00005C"/>
                </a:solidFill>
                <a:ea typeface="Twemoji Mozilla" pitchFamily="34" charset="-122"/>
                <a:cs typeface="Twemoji Mozilla" pitchFamily="34" charset="-120"/>
              </a:rPr>
              <a:t>🔗</a:t>
            </a:r>
            <a:r>
              <a:rPr lang="en-US" sz="1400" dirty="0">
                <a:solidFill>
                  <a:srgbClr val="00005C"/>
                </a:solidFill>
                <a:ea typeface="Brygada 1918 SemiBold" pitchFamily="34" charset="-122"/>
                <a:cs typeface="Brygada 1918 SemiBold" pitchFamily="34" charset="-120"/>
              </a:rPr>
              <a:t> Agent drafts</a:t>
            </a:r>
            <a:endParaRPr lang="en-US" sz="1400" dirty="0">
              <a:solidFill>
                <a:srgbClr val="00005C"/>
              </a:solidFill>
            </a:endParaRPr>
          </a:p>
        </p:txBody>
      </p:sp>
      <p:sp>
        <p:nvSpPr>
          <p:cNvPr id="35" name="Text 23">
            <a:extLst>
              <a:ext uri="{FF2B5EF4-FFF2-40B4-BE49-F238E27FC236}">
                <a16:creationId xmlns:a16="http://schemas.microsoft.com/office/drawing/2014/main" id="{31843C37-2DC2-2733-2235-4DAA3BACDC96}"/>
              </a:ext>
            </a:extLst>
          </p:cNvPr>
          <p:cNvSpPr/>
          <p:nvPr/>
        </p:nvSpPr>
        <p:spPr>
          <a:xfrm>
            <a:off x="661493" y="3421572"/>
            <a:ext cx="5406231" cy="127893"/>
          </a:xfrm>
          <a:prstGeom prst="rect">
            <a:avLst/>
          </a:prstGeom>
          <a:noFill/>
          <a:ln/>
        </p:spPr>
        <p:txBody>
          <a:bodyPr wrap="none" lIns="0" tIns="0" rIns="0" bIns="0" rtlCol="0" anchor="t"/>
          <a:lstStyle/>
          <a:p>
            <a:pPr>
              <a:lnSpc>
                <a:spcPct val="103000"/>
              </a:lnSpc>
            </a:pPr>
            <a:r>
              <a:rPr lang="en-US" sz="1400" dirty="0">
                <a:solidFill>
                  <a:srgbClr val="00005C"/>
                </a:solidFill>
                <a:ea typeface="Brygada 1918" pitchFamily="34" charset="-122"/>
                <a:cs typeface="Brygada 1918" pitchFamily="34" charset="-120"/>
              </a:rPr>
              <a:t>Prepares RCA, runbook + Jira ticket draft</a:t>
            </a:r>
            <a:endParaRPr lang="en-US" sz="1400" dirty="0">
              <a:solidFill>
                <a:srgbClr val="00005C"/>
              </a:solidFill>
            </a:endParaRPr>
          </a:p>
        </p:txBody>
      </p:sp>
      <p:sp>
        <p:nvSpPr>
          <p:cNvPr id="36" name="Text 24">
            <a:extLst>
              <a:ext uri="{FF2B5EF4-FFF2-40B4-BE49-F238E27FC236}">
                <a16:creationId xmlns:a16="http://schemas.microsoft.com/office/drawing/2014/main" id="{1C05A3A3-A4C1-2989-0F9A-52D89A0C525A}"/>
              </a:ext>
            </a:extLst>
          </p:cNvPr>
          <p:cNvSpPr/>
          <p:nvPr/>
        </p:nvSpPr>
        <p:spPr>
          <a:xfrm>
            <a:off x="6124179" y="3029943"/>
            <a:ext cx="206672" cy="129183"/>
          </a:xfrm>
          <a:prstGeom prst="rect">
            <a:avLst/>
          </a:prstGeom>
          <a:noFill/>
          <a:ln/>
        </p:spPr>
        <p:txBody>
          <a:bodyPr wrap="none" lIns="0" tIns="0" rIns="0" bIns="0" rtlCol="0" anchor="ctr"/>
          <a:lstStyle/>
          <a:p>
            <a:r>
              <a:rPr lang="en-US" sz="1400" dirty="0">
                <a:solidFill>
                  <a:srgbClr val="00005C"/>
                </a:solidFill>
                <a:latin typeface="+mj-lt"/>
                <a:ea typeface="Brygada 1918 Light" pitchFamily="34" charset="-122"/>
                <a:cs typeface="Brygada 1918 Light" pitchFamily="34" charset="-120"/>
              </a:rPr>
              <a:t>06</a:t>
            </a:r>
            <a:endParaRPr lang="en-US" sz="1400" dirty="0">
              <a:solidFill>
                <a:srgbClr val="00005C"/>
              </a:solidFill>
              <a:latin typeface="+mj-lt"/>
            </a:endParaRPr>
          </a:p>
        </p:txBody>
      </p:sp>
      <p:sp>
        <p:nvSpPr>
          <p:cNvPr id="37" name="Text 26">
            <a:extLst>
              <a:ext uri="{FF2B5EF4-FFF2-40B4-BE49-F238E27FC236}">
                <a16:creationId xmlns:a16="http://schemas.microsoft.com/office/drawing/2014/main" id="{9618201F-2BDF-A4BD-C1E1-A0AA652CA823}"/>
              </a:ext>
            </a:extLst>
          </p:cNvPr>
          <p:cNvSpPr/>
          <p:nvPr/>
        </p:nvSpPr>
        <p:spPr>
          <a:xfrm>
            <a:off x="6124179" y="3269854"/>
            <a:ext cx="5406331" cy="161429"/>
          </a:xfrm>
          <a:prstGeom prst="rect">
            <a:avLst/>
          </a:prstGeom>
          <a:noFill/>
          <a:ln/>
        </p:spPr>
        <p:txBody>
          <a:bodyPr wrap="none" lIns="0" tIns="0" rIns="0" bIns="0" rtlCol="0" anchor="t"/>
          <a:lstStyle/>
          <a:p>
            <a:pPr>
              <a:lnSpc>
                <a:spcPct val="104000"/>
              </a:lnSpc>
            </a:pPr>
            <a:r>
              <a:rPr lang="en-US" sz="1400" dirty="0">
                <a:solidFill>
                  <a:srgbClr val="00005C"/>
                </a:solidFill>
                <a:ea typeface="Twemoji Mozilla" pitchFamily="34" charset="-122"/>
                <a:cs typeface="Twemoji Mozilla" pitchFamily="34" charset="-120"/>
              </a:rPr>
              <a:t>✅</a:t>
            </a:r>
            <a:r>
              <a:rPr lang="en-US" sz="1400" dirty="0">
                <a:solidFill>
                  <a:srgbClr val="00005C"/>
                </a:solidFill>
                <a:ea typeface="Brygada 1918 SemiBold" pitchFamily="34" charset="-122"/>
                <a:cs typeface="Brygada 1918 SemiBold" pitchFamily="34" charset="-120"/>
              </a:rPr>
              <a:t> Human approves</a:t>
            </a:r>
            <a:endParaRPr lang="en-US" sz="1400" dirty="0">
              <a:solidFill>
                <a:srgbClr val="00005C"/>
              </a:solidFill>
            </a:endParaRPr>
          </a:p>
        </p:txBody>
      </p:sp>
      <p:sp>
        <p:nvSpPr>
          <p:cNvPr id="38" name="Text 27">
            <a:extLst>
              <a:ext uri="{FF2B5EF4-FFF2-40B4-BE49-F238E27FC236}">
                <a16:creationId xmlns:a16="http://schemas.microsoft.com/office/drawing/2014/main" id="{E049136F-FB11-F62D-C362-A99EEBDD113F}"/>
              </a:ext>
            </a:extLst>
          </p:cNvPr>
          <p:cNvSpPr/>
          <p:nvPr/>
        </p:nvSpPr>
        <p:spPr>
          <a:xfrm>
            <a:off x="6124179" y="3465116"/>
            <a:ext cx="5406331" cy="127893"/>
          </a:xfrm>
          <a:prstGeom prst="rect">
            <a:avLst/>
          </a:prstGeom>
          <a:noFill/>
          <a:ln/>
        </p:spPr>
        <p:txBody>
          <a:bodyPr wrap="none" lIns="0" tIns="0" rIns="0" bIns="0" rtlCol="0" anchor="t"/>
          <a:lstStyle/>
          <a:p>
            <a:pPr>
              <a:lnSpc>
                <a:spcPct val="103000"/>
              </a:lnSpc>
            </a:pPr>
            <a:r>
              <a:rPr lang="en-US" sz="1400" dirty="0">
                <a:solidFill>
                  <a:srgbClr val="00005C"/>
                </a:solidFill>
                <a:ea typeface="Brygada 1918" pitchFamily="34" charset="-122"/>
                <a:cs typeface="Brygada 1918" pitchFamily="34" charset="-120"/>
              </a:rPr>
              <a:t>On-call reviews in &lt; 2 min and resolves incident</a:t>
            </a:r>
            <a:endParaRPr lang="en-US" sz="1400" dirty="0">
              <a:solidFill>
                <a:srgbClr val="00005C"/>
              </a:solidFill>
            </a:endParaRPr>
          </a:p>
        </p:txBody>
      </p:sp>
      <p:sp>
        <p:nvSpPr>
          <p:cNvPr id="39" name="Text 28">
            <a:extLst>
              <a:ext uri="{FF2B5EF4-FFF2-40B4-BE49-F238E27FC236}">
                <a16:creationId xmlns:a16="http://schemas.microsoft.com/office/drawing/2014/main" id="{C26C8D51-6914-22DE-42DC-A5C523DA21A3}"/>
              </a:ext>
            </a:extLst>
          </p:cNvPr>
          <p:cNvSpPr/>
          <p:nvPr/>
        </p:nvSpPr>
        <p:spPr>
          <a:xfrm>
            <a:off x="661493" y="3755232"/>
            <a:ext cx="10869017" cy="258465"/>
          </a:xfrm>
          <a:prstGeom prst="rect">
            <a:avLst/>
          </a:prstGeom>
          <a:noFill/>
          <a:ln/>
        </p:spPr>
        <p:txBody>
          <a:bodyPr wrap="none" lIns="0" tIns="0" rIns="0" bIns="0" rtlCol="0" anchor="t"/>
          <a:lstStyle/>
          <a:p>
            <a:pPr>
              <a:lnSpc>
                <a:spcPct val="104000"/>
              </a:lnSpc>
            </a:pPr>
            <a:r>
              <a:rPr lang="en-US" sz="1400" dirty="0">
                <a:solidFill>
                  <a:srgbClr val="00005C"/>
                </a:solidFill>
                <a:ea typeface="Brygada 1918 SemiBold" pitchFamily="34" charset="-122"/>
                <a:cs typeface="Brygada 1918 SemiBold" pitchFamily="34" charset="-120"/>
              </a:rPr>
              <a:t>Why This Matters:</a:t>
            </a:r>
            <a:endParaRPr lang="en-US" sz="1400" dirty="0">
              <a:solidFill>
                <a:srgbClr val="00005C"/>
              </a:solidFill>
            </a:endParaRPr>
          </a:p>
        </p:txBody>
      </p:sp>
      <p:sp>
        <p:nvSpPr>
          <p:cNvPr id="40" name="Text 29">
            <a:extLst>
              <a:ext uri="{FF2B5EF4-FFF2-40B4-BE49-F238E27FC236}">
                <a16:creationId xmlns:a16="http://schemas.microsoft.com/office/drawing/2014/main" id="{C2F7FC2D-1D9F-AA5D-2D43-7831172DA7CB}"/>
              </a:ext>
            </a:extLst>
          </p:cNvPr>
          <p:cNvSpPr/>
          <p:nvPr/>
        </p:nvSpPr>
        <p:spPr>
          <a:xfrm>
            <a:off x="661493" y="4098430"/>
            <a:ext cx="10869017" cy="570805"/>
          </a:xfrm>
          <a:prstGeom prst="rect">
            <a:avLst/>
          </a:prstGeom>
          <a:noFill/>
          <a:ln/>
        </p:spPr>
        <p:txBody>
          <a:bodyPr wrap="square" lIns="0" tIns="0" rIns="0" bIns="0" rtlCol="0" anchor="t">
            <a:noAutofit/>
          </a:bodyPr>
          <a:lstStyle/>
          <a:p>
            <a:pPr marL="162556" indent="-162556">
              <a:lnSpc>
                <a:spcPct val="103000"/>
              </a:lnSpc>
              <a:buSzPct val="100000"/>
              <a:buChar char="•"/>
            </a:pPr>
            <a:r>
              <a:rPr lang="en-US" sz="1400" dirty="0">
                <a:solidFill>
                  <a:srgbClr val="00005C"/>
                </a:solidFill>
                <a:ea typeface="Brygada 1918" pitchFamily="34" charset="-122"/>
                <a:cs typeface="Brygada 1918" pitchFamily="34" charset="-120"/>
              </a:rPr>
              <a:t>The agent will reason over ELK, Kafka, deployments, releases and engineering knowledge</a:t>
            </a:r>
            <a:endParaRPr lang="en-US" sz="1400" dirty="0">
              <a:solidFill>
                <a:srgbClr val="00005C"/>
              </a:solidFill>
            </a:endParaRPr>
          </a:p>
          <a:p>
            <a:pPr marL="162556" indent="-162556">
              <a:lnSpc>
                <a:spcPct val="103000"/>
              </a:lnSpc>
              <a:buSzPct val="100000"/>
              <a:buChar char="•"/>
            </a:pPr>
            <a:r>
              <a:rPr lang="en-US" sz="1400" dirty="0">
                <a:solidFill>
                  <a:srgbClr val="00005C"/>
                </a:solidFill>
                <a:ea typeface="Brygada 1918" pitchFamily="34" charset="-122"/>
                <a:cs typeface="Brygada 1918" pitchFamily="34" charset="-120"/>
              </a:rPr>
              <a:t>SentinelAI-Knowledge-Service becomes the memory layer for past incidents and change history</a:t>
            </a:r>
            <a:endParaRPr lang="en-US" sz="1400" dirty="0">
              <a:solidFill>
                <a:srgbClr val="00005C"/>
              </a:solidFill>
            </a:endParaRPr>
          </a:p>
          <a:p>
            <a:pPr marL="162556" indent="-162556">
              <a:lnSpc>
                <a:spcPct val="103000"/>
              </a:lnSpc>
              <a:buSzPct val="100000"/>
              <a:buChar char="•"/>
            </a:pPr>
            <a:r>
              <a:rPr lang="en-US" sz="1400" dirty="0">
                <a:solidFill>
                  <a:srgbClr val="00005C"/>
                </a:solidFill>
                <a:ea typeface="Brygada 1918" pitchFamily="34" charset="-122"/>
                <a:cs typeface="Brygada 1918" pitchFamily="34" charset="-120"/>
              </a:rPr>
              <a:t>The human approves in minutes while the agent drafts RCA, runbooks and Jira actions</a:t>
            </a:r>
            <a:endParaRPr lang="en-US" sz="1400" dirty="0">
              <a:solidFill>
                <a:srgbClr val="00005C"/>
              </a:solidFill>
            </a:endParaRPr>
          </a:p>
          <a:p>
            <a:pPr marL="162556" indent="-162556">
              <a:lnSpc>
                <a:spcPct val="103000"/>
              </a:lnSpc>
              <a:buSzPct val="100000"/>
              <a:buChar char="•"/>
            </a:pPr>
            <a:r>
              <a:rPr lang="en-US" sz="1400" dirty="0">
                <a:solidFill>
                  <a:srgbClr val="00005C"/>
                </a:solidFill>
                <a:ea typeface="Brygada 1918" pitchFamily="34" charset="-122"/>
                <a:cs typeface="Brygada 1918" pitchFamily="34" charset="-120"/>
              </a:rPr>
              <a:t>This moves the platform from demo to an enterprise-ready operations copilot</a:t>
            </a:r>
            <a:endParaRPr lang="en-US" sz="1400" dirty="0">
              <a:solidFill>
                <a:srgbClr val="00005C"/>
              </a:solidFill>
            </a:endParaRPr>
          </a:p>
        </p:txBody>
      </p:sp>
      <p:sp>
        <p:nvSpPr>
          <p:cNvPr id="41" name="Text 30">
            <a:extLst>
              <a:ext uri="{FF2B5EF4-FFF2-40B4-BE49-F238E27FC236}">
                <a16:creationId xmlns:a16="http://schemas.microsoft.com/office/drawing/2014/main" id="{E3C0347E-D51D-DAEF-56BA-BC1FDCB71CFD}"/>
              </a:ext>
            </a:extLst>
          </p:cNvPr>
          <p:cNvSpPr/>
          <p:nvPr/>
        </p:nvSpPr>
        <p:spPr>
          <a:xfrm>
            <a:off x="661493" y="5202706"/>
            <a:ext cx="10869017" cy="258465"/>
          </a:xfrm>
          <a:prstGeom prst="rect">
            <a:avLst/>
          </a:prstGeom>
          <a:noFill/>
          <a:ln/>
        </p:spPr>
        <p:txBody>
          <a:bodyPr wrap="none" lIns="0" tIns="0" rIns="0" bIns="0" rtlCol="0" anchor="t"/>
          <a:lstStyle/>
          <a:p>
            <a:pPr>
              <a:lnSpc>
                <a:spcPct val="104000"/>
              </a:lnSpc>
            </a:pPr>
            <a:r>
              <a:rPr lang="en-US" dirty="0">
                <a:solidFill>
                  <a:srgbClr val="00005C"/>
                </a:solidFill>
                <a:latin typeface="+mj-lt"/>
                <a:ea typeface="Brygada 1918 SemiBold" pitchFamily="34" charset="-122"/>
                <a:cs typeface="Brygada 1918 SemiBold" pitchFamily="34" charset="-120"/>
              </a:rPr>
              <a:t>Capability Readiness:</a:t>
            </a:r>
            <a:endParaRPr lang="en-US" dirty="0">
              <a:solidFill>
                <a:srgbClr val="00005C"/>
              </a:solidFill>
              <a:latin typeface="+mj-lt"/>
            </a:endParaRPr>
          </a:p>
        </p:txBody>
      </p:sp>
      <p:sp>
        <p:nvSpPr>
          <p:cNvPr id="42" name="Text 31">
            <a:extLst>
              <a:ext uri="{FF2B5EF4-FFF2-40B4-BE49-F238E27FC236}">
                <a16:creationId xmlns:a16="http://schemas.microsoft.com/office/drawing/2014/main" id="{ABCF32C5-783F-2679-9E0F-562CDE255376}"/>
              </a:ext>
            </a:extLst>
          </p:cNvPr>
          <p:cNvSpPr/>
          <p:nvPr/>
        </p:nvSpPr>
        <p:spPr>
          <a:xfrm>
            <a:off x="661493" y="5555388"/>
            <a:ext cx="10869017" cy="866080"/>
          </a:xfrm>
          <a:prstGeom prst="rect">
            <a:avLst/>
          </a:prstGeom>
          <a:noFill/>
          <a:ln/>
        </p:spPr>
        <p:txBody>
          <a:bodyPr wrap="square" lIns="0" tIns="0" rIns="0" bIns="0" rtlCol="0" anchor="t">
            <a:noAutofit/>
          </a:bodyPr>
          <a:lstStyle/>
          <a:p>
            <a:pPr marL="162556" indent="-162556">
              <a:lnSpc>
                <a:spcPct val="103000"/>
              </a:lnSpc>
              <a:buSzPct val="100000"/>
              <a:buChar char="•"/>
            </a:pPr>
            <a:r>
              <a:rPr lang="en-US" sz="1400" dirty="0">
                <a:solidFill>
                  <a:srgbClr val="00005C"/>
                </a:solidFill>
                <a:ea typeface="Brygada 1918" pitchFamily="34" charset="-122"/>
                <a:cs typeface="Brygada 1918" pitchFamily="34" charset="-120"/>
              </a:rPr>
              <a:t>✅ Multi-step ReAct loop [designed]</a:t>
            </a:r>
            <a:endParaRPr lang="en-US" sz="1400" dirty="0">
              <a:solidFill>
                <a:srgbClr val="00005C"/>
              </a:solidFill>
            </a:endParaRPr>
          </a:p>
          <a:p>
            <a:pPr marL="162556" indent="-162556">
              <a:lnSpc>
                <a:spcPct val="103000"/>
              </a:lnSpc>
              <a:buSzPct val="100000"/>
              <a:buChar char="•"/>
            </a:pPr>
            <a:r>
              <a:rPr lang="en-US" sz="1400" dirty="0">
                <a:solidFill>
                  <a:srgbClr val="00005C"/>
                </a:solidFill>
                <a:ea typeface="Brygada 1918" pitchFamily="34" charset="-122"/>
                <a:cs typeface="Brygada 1918" pitchFamily="34" charset="-120"/>
              </a:rPr>
              <a:t>✅ Tool registry [designed]</a:t>
            </a:r>
            <a:endParaRPr lang="en-US" sz="1400" dirty="0">
              <a:solidFill>
                <a:srgbClr val="00005C"/>
              </a:solidFill>
            </a:endParaRPr>
          </a:p>
          <a:p>
            <a:pPr marL="162556" indent="-162556">
              <a:lnSpc>
                <a:spcPct val="103000"/>
              </a:lnSpc>
              <a:buSzPct val="100000"/>
              <a:buChar char="•"/>
            </a:pPr>
            <a:r>
              <a:rPr lang="en-US" sz="1400" dirty="0">
                <a:solidFill>
                  <a:srgbClr val="00005C"/>
                </a:solidFill>
                <a:ea typeface="Brygada 1918" pitchFamily="34" charset="-122"/>
                <a:cs typeface="Brygada 1918" pitchFamily="34" charset="-120"/>
              </a:rPr>
              <a:t>✅ ElkClient + RAG [built]</a:t>
            </a:r>
            <a:endParaRPr lang="en-US" sz="1400" dirty="0">
              <a:solidFill>
                <a:srgbClr val="00005C"/>
              </a:solidFill>
            </a:endParaRPr>
          </a:p>
          <a:p>
            <a:pPr marL="162556" indent="-162556">
              <a:lnSpc>
                <a:spcPct val="103000"/>
              </a:lnSpc>
              <a:buSzPct val="100000"/>
              <a:buChar char="•"/>
            </a:pPr>
            <a:r>
              <a:rPr lang="en-US" sz="1400" dirty="0">
                <a:solidFill>
                  <a:srgbClr val="00005C"/>
                </a:solidFill>
                <a:ea typeface="Brygada 1918" pitchFamily="34" charset="-122"/>
                <a:cs typeface="Brygada 1918" pitchFamily="34" charset="-120"/>
              </a:rPr>
              <a:t>🔭 Kafka triggers [P2 roadmap]</a:t>
            </a:r>
            <a:endParaRPr lang="en-US" sz="1400" dirty="0">
              <a:solidFill>
                <a:srgbClr val="00005C"/>
              </a:solidFill>
            </a:endParaRPr>
          </a:p>
        </p:txBody>
      </p:sp>
      <p:sp>
        <p:nvSpPr>
          <p:cNvPr id="43" name="Text 12">
            <a:extLst>
              <a:ext uri="{FF2B5EF4-FFF2-40B4-BE49-F238E27FC236}">
                <a16:creationId xmlns:a16="http://schemas.microsoft.com/office/drawing/2014/main" id="{E8564105-B717-AE8D-6429-47E6FEE782AC}"/>
              </a:ext>
            </a:extLst>
          </p:cNvPr>
          <p:cNvSpPr/>
          <p:nvPr/>
        </p:nvSpPr>
        <p:spPr>
          <a:xfrm>
            <a:off x="659407" y="2283095"/>
            <a:ext cx="155004" cy="96887"/>
          </a:xfrm>
          <a:prstGeom prst="rect">
            <a:avLst/>
          </a:prstGeom>
          <a:noFill/>
          <a:ln/>
        </p:spPr>
        <p:txBody>
          <a:bodyPr wrap="none" lIns="0" tIns="0" rIns="0" bIns="0" rtlCol="0" anchor="ctr"/>
          <a:lstStyle/>
          <a:p>
            <a:pPr marL="0" indent="0" algn="l">
              <a:lnSpc>
                <a:spcPct val="100000"/>
              </a:lnSpc>
              <a:buNone/>
            </a:pPr>
            <a:r>
              <a:rPr lang="en-US" sz="1400" dirty="0">
                <a:solidFill>
                  <a:srgbClr val="00005C"/>
                </a:solidFill>
                <a:latin typeface="+mj-lt"/>
                <a:ea typeface="Brygada 1918 Light" pitchFamily="34" charset="-122"/>
                <a:cs typeface="Brygada 1918 Light" pitchFamily="34" charset="-120"/>
              </a:rPr>
              <a:t>03</a:t>
            </a:r>
            <a:endParaRPr lang="en-US" sz="1400" dirty="0">
              <a:solidFill>
                <a:srgbClr val="00005C"/>
              </a:solidFill>
              <a:latin typeface="+mj-lt"/>
            </a:endParaRPr>
          </a:p>
        </p:txBody>
      </p:sp>
      <p:sp>
        <p:nvSpPr>
          <p:cNvPr id="44" name="Text 16">
            <a:extLst>
              <a:ext uri="{FF2B5EF4-FFF2-40B4-BE49-F238E27FC236}">
                <a16:creationId xmlns:a16="http://schemas.microsoft.com/office/drawing/2014/main" id="{831BE5D2-702F-E44D-533A-557F131781E9}"/>
              </a:ext>
            </a:extLst>
          </p:cNvPr>
          <p:cNvSpPr/>
          <p:nvPr/>
        </p:nvSpPr>
        <p:spPr>
          <a:xfrm>
            <a:off x="6150013" y="2368833"/>
            <a:ext cx="155004" cy="96887"/>
          </a:xfrm>
          <a:prstGeom prst="rect">
            <a:avLst/>
          </a:prstGeom>
          <a:noFill/>
          <a:ln/>
        </p:spPr>
        <p:txBody>
          <a:bodyPr wrap="none" lIns="0" tIns="0" rIns="0" bIns="0" rtlCol="0" anchor="ctr"/>
          <a:lstStyle/>
          <a:p>
            <a:pPr marL="0" indent="0" algn="l">
              <a:lnSpc>
                <a:spcPct val="100000"/>
              </a:lnSpc>
              <a:buNone/>
            </a:pPr>
            <a:r>
              <a:rPr lang="en-US" sz="1400" dirty="0">
                <a:solidFill>
                  <a:srgbClr val="00005C"/>
                </a:solidFill>
                <a:latin typeface="+mj-lt"/>
                <a:ea typeface="Brygada 1918 Light" pitchFamily="34" charset="-122"/>
                <a:cs typeface="Brygada 1918 Light" pitchFamily="34" charset="-120"/>
              </a:rPr>
              <a:t>04</a:t>
            </a:r>
            <a:endParaRPr lang="en-US" sz="1400" dirty="0">
              <a:solidFill>
                <a:srgbClr val="00005C"/>
              </a:solidFill>
              <a:latin typeface="+mj-lt"/>
            </a:endParaRPr>
          </a:p>
        </p:txBody>
      </p:sp>
    </p:spTree>
    <p:extLst>
      <p:ext uri="{BB962C8B-B14F-4D97-AF65-F5344CB8AC3E}">
        <p14:creationId xmlns:p14="http://schemas.microsoft.com/office/powerpoint/2010/main" val="7138183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B252E-8E84-0C1D-1E64-E9F66AC684EE}"/>
              </a:ext>
            </a:extLst>
          </p:cNvPr>
          <p:cNvSpPr>
            <a:spLocks noGrp="1"/>
          </p:cNvSpPr>
          <p:nvPr>
            <p:ph type="title"/>
          </p:nvPr>
        </p:nvSpPr>
        <p:spPr>
          <a:xfrm>
            <a:off x="428624" y="291451"/>
            <a:ext cx="11337925" cy="573567"/>
          </a:xfrm>
        </p:spPr>
        <p:txBody>
          <a:bodyPr/>
          <a:lstStyle/>
          <a:p>
            <a:r>
              <a:rPr lang="en-IN" b="1" dirty="0"/>
              <a:t>Strategic ROI</a:t>
            </a:r>
            <a:endParaRPr lang="en-IN" dirty="0"/>
          </a:p>
        </p:txBody>
      </p:sp>
      <p:sp>
        <p:nvSpPr>
          <p:cNvPr id="5" name="Content Placeholder 4">
            <a:extLst>
              <a:ext uri="{FF2B5EF4-FFF2-40B4-BE49-F238E27FC236}">
                <a16:creationId xmlns:a16="http://schemas.microsoft.com/office/drawing/2014/main" id="{CC70078B-4A3E-785A-C5AC-0F43EF1A4891}"/>
              </a:ext>
            </a:extLst>
          </p:cNvPr>
          <p:cNvSpPr>
            <a:spLocks noGrp="1"/>
          </p:cNvSpPr>
          <p:nvPr>
            <p:ph idx="12"/>
          </p:nvPr>
        </p:nvSpPr>
        <p:spPr>
          <a:xfrm>
            <a:off x="4601817" y="1090091"/>
            <a:ext cx="6897456" cy="4878985"/>
          </a:xfrm>
        </p:spPr>
        <p:txBody>
          <a:bodyPr/>
          <a:lstStyle/>
          <a:p>
            <a:pPr>
              <a:lnSpc>
                <a:spcPts val="1800"/>
              </a:lnSpc>
              <a:spcAft>
                <a:spcPts val="900"/>
              </a:spcAft>
              <a:buFont typeface="Wingdings" panose="05000000000000000000" pitchFamily="2" charset="2"/>
              <a:buChar char="ü"/>
            </a:pPr>
            <a:r>
              <a:rPr lang="en-IN" sz="1800" b="1" dirty="0"/>
              <a:t>Reclaiming Engineering Hours</a:t>
            </a:r>
            <a:r>
              <a:rPr lang="en-IN" b="1" dirty="0"/>
              <a:t>:</a:t>
            </a:r>
            <a:r>
              <a:rPr lang="en-IN" dirty="0"/>
              <a:t> Support teams currently loose </a:t>
            </a:r>
            <a:r>
              <a:rPr lang="en-IN" b="1" dirty="0"/>
              <a:t>40% to 60% of their incident response time</a:t>
            </a:r>
            <a:r>
              <a:rPr lang="en-IN" dirty="0"/>
              <a:t> on manual log searches and drafting reports. </a:t>
            </a:r>
            <a:r>
              <a:rPr lang="en-IN" dirty="0" err="1"/>
              <a:t>SentinelAI</a:t>
            </a:r>
            <a:r>
              <a:rPr lang="en-IN" dirty="0"/>
              <a:t> automates these repetitive tasks, winning back hundreds of highly paid engineering hours</a:t>
            </a:r>
            <a:r>
              <a:rPr lang="en-US" i="0" dirty="0">
                <a:solidFill>
                  <a:srgbClr val="002060"/>
                </a:solidFill>
                <a:effectLst/>
                <a:latin typeface="Biennale (Body)"/>
              </a:rPr>
              <a:t>.</a:t>
            </a:r>
            <a:endParaRPr lang="en-GB" i="0" dirty="0">
              <a:solidFill>
                <a:srgbClr val="002060"/>
              </a:solidFill>
              <a:effectLst/>
              <a:latin typeface="Biennale (Body)"/>
            </a:endParaRPr>
          </a:p>
          <a:p>
            <a:pPr>
              <a:lnSpc>
                <a:spcPts val="1800"/>
              </a:lnSpc>
              <a:spcAft>
                <a:spcPts val="900"/>
              </a:spcAft>
              <a:buFont typeface="Wingdings" panose="05000000000000000000" pitchFamily="2" charset="2"/>
              <a:buChar char="ü"/>
            </a:pPr>
            <a:r>
              <a:rPr lang="en-IN" sz="1800" b="1" dirty="0"/>
              <a:t>Flexible Budget Control</a:t>
            </a:r>
            <a:r>
              <a:rPr lang="en-IN" b="1" dirty="0"/>
              <a:t>:</a:t>
            </a:r>
            <a:r>
              <a:rPr lang="en-IN" dirty="0"/>
              <a:t> You can run free local models with </a:t>
            </a:r>
            <a:r>
              <a:rPr lang="en-IN" b="1" dirty="0"/>
              <a:t>zero API licensing fees</a:t>
            </a:r>
            <a:r>
              <a:rPr lang="en-IN" dirty="0"/>
              <a:t> or host budget-friendly custom models to match your operational needs.</a:t>
            </a:r>
            <a:r>
              <a:rPr lang="en-IN" b="1" dirty="0"/>
              <a:t> </a:t>
            </a:r>
            <a:r>
              <a:rPr lang="en-IN" dirty="0"/>
              <a:t>Upgrading or swapping AI models requires </a:t>
            </a:r>
            <a:r>
              <a:rPr lang="en-IN" b="1" dirty="0"/>
              <a:t>no software rewrites</a:t>
            </a:r>
            <a:r>
              <a:rPr lang="en-IN" dirty="0"/>
              <a:t>. Our pluggable design completely eliminates future developer maintenance costs when switching AI providers</a:t>
            </a:r>
            <a:r>
              <a:rPr lang="en-US" dirty="0"/>
              <a:t>. </a:t>
            </a:r>
          </a:p>
          <a:p>
            <a:pPr>
              <a:lnSpc>
                <a:spcPts val="1800"/>
              </a:lnSpc>
              <a:spcAft>
                <a:spcPts val="900"/>
              </a:spcAft>
              <a:buFont typeface="Wingdings" panose="05000000000000000000" pitchFamily="2" charset="2"/>
              <a:buChar char="ü"/>
            </a:pPr>
            <a:r>
              <a:rPr lang="en-IN" sz="1800" b="1" dirty="0"/>
              <a:t>Easier Onboarding &amp; Shared Knowledge</a:t>
            </a:r>
            <a:r>
              <a:rPr lang="en-IN" b="1" dirty="0"/>
              <a:t>:</a:t>
            </a:r>
            <a:r>
              <a:rPr lang="en-IN" dirty="0"/>
              <a:t> Critical knowledge is no longer locked inside senior engineers' heads. </a:t>
            </a:r>
            <a:r>
              <a:rPr lang="en-IN" dirty="0" err="1"/>
              <a:t>SentinelAI</a:t>
            </a:r>
            <a:r>
              <a:rPr lang="en-IN" dirty="0"/>
              <a:t> translates complex raw logs into </a:t>
            </a:r>
            <a:r>
              <a:rPr lang="en-IN" b="1" dirty="0"/>
              <a:t>plain-English summaries and clear steps</a:t>
            </a:r>
            <a:r>
              <a:rPr lang="en-IN" dirty="0"/>
              <a:t>, helping junior engineers resolve issues quickly without getting stuck.</a:t>
            </a:r>
          </a:p>
          <a:p>
            <a:pPr>
              <a:lnSpc>
                <a:spcPts val="1800"/>
              </a:lnSpc>
              <a:spcAft>
                <a:spcPts val="900"/>
              </a:spcAft>
              <a:buFont typeface="Wingdings" panose="05000000000000000000" pitchFamily="2" charset="2"/>
              <a:buChar char="ü"/>
            </a:pPr>
            <a:r>
              <a:rPr lang="en-IN" sz="1800" b="1" dirty="0"/>
              <a:t>Owning Your Intellectual Property</a:t>
            </a:r>
            <a:r>
              <a:rPr lang="en-IN" b="1" dirty="0"/>
              <a:t>:</a:t>
            </a:r>
            <a:r>
              <a:rPr lang="en-IN" dirty="0"/>
              <a:t> Instead of paying expensive monthly per-seat subscription fees to external vendors, you build this directly on your own infrastructure and </a:t>
            </a:r>
            <a:r>
              <a:rPr lang="en-IN" b="1" dirty="0"/>
              <a:t>own 100% of the technology asset.</a:t>
            </a:r>
            <a:endParaRPr lang="en-IN" dirty="0"/>
          </a:p>
          <a:p>
            <a:pPr marL="0" indent="0" algn="l">
              <a:lnSpc>
                <a:spcPts val="1800"/>
              </a:lnSpc>
              <a:spcAft>
                <a:spcPts val="900"/>
              </a:spcAft>
              <a:buNone/>
            </a:pPr>
            <a:endParaRPr lang="en-GB" dirty="0"/>
          </a:p>
          <a:p>
            <a:pPr marL="0" indent="0" algn="l">
              <a:lnSpc>
                <a:spcPts val="1800"/>
              </a:lnSpc>
              <a:spcAft>
                <a:spcPts val="900"/>
              </a:spcAft>
              <a:buNone/>
            </a:pPr>
            <a:endParaRPr lang="en-GB" sz="2200" b="1" i="0" dirty="0">
              <a:solidFill>
                <a:srgbClr val="002060"/>
              </a:solidFill>
              <a:effectLst/>
              <a:latin typeface="Biennale (Body)"/>
            </a:endParaRPr>
          </a:p>
          <a:p>
            <a:endParaRPr lang="en-IN" dirty="0"/>
          </a:p>
        </p:txBody>
      </p:sp>
      <p:sp>
        <p:nvSpPr>
          <p:cNvPr id="6" name="Slide Number Placeholder 5">
            <a:extLst>
              <a:ext uri="{FF2B5EF4-FFF2-40B4-BE49-F238E27FC236}">
                <a16:creationId xmlns:a16="http://schemas.microsoft.com/office/drawing/2014/main" id="{64F7A4A2-1631-5353-729F-33CDF3E2D5EA}"/>
              </a:ext>
            </a:extLst>
          </p:cNvPr>
          <p:cNvSpPr>
            <a:spLocks noGrp="1"/>
          </p:cNvSpPr>
          <p:nvPr>
            <p:ph type="sldNum" sz="quarter" idx="4"/>
          </p:nvPr>
        </p:nvSpPr>
        <p:spPr/>
        <p:txBody>
          <a:bodyPr/>
          <a:lstStyle/>
          <a:p>
            <a:fld id="{DAF489CC-3B7A-4DA5-A8C0-4984788D0EC5}" type="slidenum">
              <a:rPr lang="nl-NL" smtClean="0"/>
              <a:pPr/>
              <a:t>12</a:t>
            </a:fld>
            <a:endParaRPr lang="nl-NL"/>
          </a:p>
        </p:txBody>
      </p:sp>
      <p:pic>
        <p:nvPicPr>
          <p:cNvPr id="10" name="Image 34">
            <a:extLst>
              <a:ext uri="{FF2B5EF4-FFF2-40B4-BE49-F238E27FC236}">
                <a16:creationId xmlns:a16="http://schemas.microsoft.com/office/drawing/2014/main" id="{04D3CAC2-5233-1147-E1D0-8DA89C7BDBE2}"/>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a:stretch/>
        </p:blipFill>
        <p:spPr>
          <a:xfrm>
            <a:off x="428624" y="1604982"/>
            <a:ext cx="1828314" cy="1454597"/>
          </a:xfrm>
          <a:prstGeom prst="rect">
            <a:avLst/>
          </a:prstGeom>
        </p:spPr>
      </p:pic>
      <p:pic>
        <p:nvPicPr>
          <p:cNvPr id="18" name="Image 34">
            <a:extLst>
              <a:ext uri="{FF2B5EF4-FFF2-40B4-BE49-F238E27FC236}">
                <a16:creationId xmlns:a16="http://schemas.microsoft.com/office/drawing/2014/main" id="{CA5F174C-B7B2-6B6A-62C5-109BEEB512CE}"/>
              </a:ext>
            </a:extLst>
          </p:cNvPr>
          <p:cNvPicPr>
            <a:picLocks noChangeAspect="1"/>
          </p:cNvPicPr>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rcRect/>
          <a:stretch/>
        </p:blipFill>
        <p:spPr>
          <a:xfrm>
            <a:off x="428624" y="4105898"/>
            <a:ext cx="1865012" cy="1243341"/>
          </a:xfrm>
          <a:prstGeom prst="rect">
            <a:avLst/>
          </a:prstGeom>
        </p:spPr>
      </p:pic>
      <p:pic>
        <p:nvPicPr>
          <p:cNvPr id="20" name="Image 34">
            <a:extLst>
              <a:ext uri="{FF2B5EF4-FFF2-40B4-BE49-F238E27FC236}">
                <a16:creationId xmlns:a16="http://schemas.microsoft.com/office/drawing/2014/main" id="{21786963-992F-C8F2-4F15-D07D27C14B18}"/>
              </a:ext>
            </a:extLst>
          </p:cNvPr>
          <p:cNvPicPr>
            <a:picLocks noChangeAspect="1"/>
          </p:cNvPicPr>
          <p:nvPr/>
        </p:nvPicPr>
        <p:blipFill>
          <a:blip r:embed="rId7">
            <a:extLst>
              <a:ext uri="{28A0092B-C50C-407E-A947-70E740481C1C}">
                <a14:useLocalDpi xmlns:a14="http://schemas.microsoft.com/office/drawing/2010/main" val="0"/>
              </a:ext>
              <a:ext uri="{837473B0-CC2E-450A-ABE3-18F120FF3D39}">
                <a1611:picAttrSrcUrl xmlns:a1611="http://schemas.microsoft.com/office/drawing/2016/11/main" r:id="rId8"/>
              </a:ext>
            </a:extLst>
          </a:blip>
          <a:srcRect/>
          <a:stretch/>
        </p:blipFill>
        <p:spPr>
          <a:xfrm>
            <a:off x="2761607" y="4077854"/>
            <a:ext cx="1710167" cy="1243341"/>
          </a:xfrm>
          <a:prstGeom prst="rect">
            <a:avLst/>
          </a:prstGeom>
        </p:spPr>
      </p:pic>
      <p:pic>
        <p:nvPicPr>
          <p:cNvPr id="22" name="Image 34">
            <a:extLst>
              <a:ext uri="{FF2B5EF4-FFF2-40B4-BE49-F238E27FC236}">
                <a16:creationId xmlns:a16="http://schemas.microsoft.com/office/drawing/2014/main" id="{161F9DFC-11D5-D4FE-E822-E728EA06FA31}"/>
              </a:ext>
            </a:extLst>
          </p:cNvPr>
          <p:cNvPicPr>
            <a:picLocks noChangeAspect="1"/>
          </p:cNvPicPr>
          <p:nvPr/>
        </p:nvPicPr>
        <p:blipFill>
          <a:blip r:embed="rId9">
            <a:extLst>
              <a:ext uri="{28A0092B-C50C-407E-A947-70E740481C1C}">
                <a14:useLocalDpi xmlns:a14="http://schemas.microsoft.com/office/drawing/2010/main" val="0"/>
              </a:ext>
              <a:ext uri="{837473B0-CC2E-450A-ABE3-18F120FF3D39}">
                <a1611:picAttrSrcUrl xmlns:a1611="http://schemas.microsoft.com/office/drawing/2016/11/main" r:id="rId10"/>
              </a:ext>
            </a:extLst>
          </a:blip>
          <a:srcRect/>
          <a:stretch/>
        </p:blipFill>
        <p:spPr>
          <a:xfrm>
            <a:off x="2761608" y="1604981"/>
            <a:ext cx="1685362" cy="1454597"/>
          </a:xfrm>
          <a:prstGeom prst="rect">
            <a:avLst/>
          </a:prstGeom>
        </p:spPr>
      </p:pic>
      <p:cxnSp>
        <p:nvCxnSpPr>
          <p:cNvPr id="26" name="Straight Connector 25">
            <a:extLst>
              <a:ext uri="{FF2B5EF4-FFF2-40B4-BE49-F238E27FC236}">
                <a16:creationId xmlns:a16="http://schemas.microsoft.com/office/drawing/2014/main" id="{96F6A213-32C0-EAEA-394A-E392B7F8EBD8}"/>
              </a:ext>
            </a:extLst>
          </p:cNvPr>
          <p:cNvCxnSpPr>
            <a:cxnSpLocks/>
          </p:cNvCxnSpPr>
          <p:nvPr/>
        </p:nvCxnSpPr>
        <p:spPr>
          <a:xfrm>
            <a:off x="2606760" y="1335024"/>
            <a:ext cx="0" cy="4398264"/>
          </a:xfrm>
          <a:prstGeom prst="line">
            <a:avLst/>
          </a:prstGeom>
          <a:ln w="19050"/>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D9D7108D-FEEA-EBB7-846F-693ADD49D037}"/>
              </a:ext>
            </a:extLst>
          </p:cNvPr>
          <p:cNvCxnSpPr/>
          <p:nvPr/>
        </p:nvCxnSpPr>
        <p:spPr>
          <a:xfrm>
            <a:off x="428624" y="3529584"/>
            <a:ext cx="4173193" cy="0"/>
          </a:xfrm>
          <a:prstGeom prst="line">
            <a:avLst/>
          </a:prstGeom>
          <a:ln w="1905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8586407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39554-CFD8-8568-F434-AF7FB7CE82E1}"/>
              </a:ext>
            </a:extLst>
          </p:cNvPr>
          <p:cNvSpPr>
            <a:spLocks noGrp="1"/>
          </p:cNvSpPr>
          <p:nvPr>
            <p:ph type="title"/>
          </p:nvPr>
        </p:nvSpPr>
        <p:spPr>
          <a:xfrm>
            <a:off x="1027340" y="1168168"/>
            <a:ext cx="4263118" cy="1063404"/>
          </a:xfrm>
        </p:spPr>
        <p:txBody>
          <a:bodyPr/>
          <a:lstStyle/>
          <a:p>
            <a:endParaRPr lang="en-IN"/>
          </a:p>
        </p:txBody>
      </p:sp>
    </p:spTree>
    <p:extLst>
      <p:ext uri="{BB962C8B-B14F-4D97-AF65-F5344CB8AC3E}">
        <p14:creationId xmlns:p14="http://schemas.microsoft.com/office/powerpoint/2010/main" val="2187643531"/>
      </p:ext>
    </p:extLst>
  </p:cSld>
  <p:clrMapOvr>
    <a:masterClrMapping/>
  </p:clrMapOvr>
</p:sld>
</file>

<file path=ppt/theme/theme1.xml><?xml version="1.0" encoding="utf-8"?>
<a:theme xmlns:a="http://schemas.openxmlformats.org/drawingml/2006/main" name="White background">
  <a:themeElements>
    <a:clrScheme name="New Atos">
      <a:dk1>
        <a:sysClr val="windowText" lastClr="000000"/>
      </a:dk1>
      <a:lt1>
        <a:sysClr val="window" lastClr="FFFFFF"/>
      </a:lt1>
      <a:dk2>
        <a:srgbClr val="000000"/>
      </a:dk2>
      <a:lt2>
        <a:srgbClr val="FFFFFF"/>
      </a:lt2>
      <a:accent1>
        <a:srgbClr val="0073E6"/>
      </a:accent1>
      <a:accent2>
        <a:srgbClr val="3DC7FF"/>
      </a:accent2>
      <a:accent3>
        <a:srgbClr val="00005C"/>
      </a:accent3>
      <a:accent4>
        <a:srgbClr val="EF5E82"/>
      </a:accent4>
      <a:accent5>
        <a:srgbClr val="4AA82D"/>
      </a:accent5>
      <a:accent6>
        <a:srgbClr val="663894"/>
      </a:accent6>
      <a:hlink>
        <a:srgbClr val="00005C"/>
      </a:hlink>
      <a:folHlink>
        <a:srgbClr val="00005C"/>
      </a:folHlink>
    </a:clrScheme>
    <a:fontScheme name="New Atos">
      <a:majorFont>
        <a:latin typeface="Biennale Bold"/>
        <a:ea typeface=""/>
        <a:cs typeface=""/>
      </a:majorFont>
      <a:minorFont>
        <a:latin typeface="Biennal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noAutofit/>
      </a:bodyPr>
      <a:lstStyle>
        <a:defPPr algn="l">
          <a:defRPr dirty="0" err="1" smtClean="0">
            <a:solidFill>
              <a:schemeClr val="accent3"/>
            </a:solidFill>
          </a:defRPr>
        </a:defPPr>
      </a:lstStyle>
    </a:txDef>
  </a:objectDefaults>
  <a:extraClrSchemeLst/>
  <a:custClrLst>
    <a:custClr name="Atos Blue">
      <a:srgbClr val="0073E6"/>
    </a:custClr>
    <a:custClr name="Atos Light blue">
      <a:srgbClr val="3DC7FF"/>
    </a:custClr>
    <a:custClr name="Atos Deep blue">
      <a:srgbClr val="00005C"/>
    </a:custClr>
    <a:custClr name="Atos Pink">
      <a:srgbClr val="EF5E82"/>
    </a:custClr>
    <a:custClr name="Atos Green">
      <a:srgbClr val="4AA82D"/>
    </a:custClr>
    <a:custClr name="Atos Purple">
      <a:srgbClr val="663894"/>
    </a:custClr>
    <a:custClr name="Atos Orange">
      <a:srgbClr val="F56A00"/>
    </a:custClr>
  </a:custClrLst>
  <a:extLst>
    <a:ext uri="{05A4C25C-085E-4340-85A3-A5531E510DB2}">
      <thm15:themeFamily xmlns:thm15="http://schemas.microsoft.com/office/thememl/2012/main" name="PPT_Timesavers" id="{1DF5D35C-9839-4297-925E-144AA706B1AF}" vid="{9D4999A2-CAFB-499E-B717-FF8DDA5DFB9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aa5a8beb-1916-477c-8994-6aae8306622a" xsi:nil="true"/>
    <Project xmlns="6b01cdb5-e8e3-4802-961f-359f8cca9338" xsi:nil="true"/>
    <lcf76f155ced4ddcb4097134ff3c332f xmlns="6b01cdb5-e8e3-4802-961f-359f8cca9338">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9996D779FF5DF4479C7FE7877D2D24E3" ma:contentTypeVersion="17" ma:contentTypeDescription="Create a new document." ma:contentTypeScope="" ma:versionID="fe4c9c623323d08842110b78ec078416">
  <xsd:schema xmlns:xsd="http://www.w3.org/2001/XMLSchema" xmlns:xs="http://www.w3.org/2001/XMLSchema" xmlns:p="http://schemas.microsoft.com/office/2006/metadata/properties" xmlns:ns2="feda863e-76bc-41e9-b727-4d779532c6cd" xmlns:ns3="da7a5690-49f2-45ea-95c0-be596872997a" xmlns:ns4="6b01cdb5-e8e3-4802-961f-359f8cca9338" xmlns:ns5="aa5a8beb-1916-477c-8994-6aae8306622a" targetNamespace="http://schemas.microsoft.com/office/2006/metadata/properties" ma:root="true" ma:fieldsID="5d71d95b0a1d6e19c13f4d8c64b99651" ns2:_="" ns3:_="" ns4:_="" ns5:_="">
    <xsd:import namespace="feda863e-76bc-41e9-b727-4d779532c6cd"/>
    <xsd:import namespace="da7a5690-49f2-45ea-95c0-be596872997a"/>
    <xsd:import namespace="6b01cdb5-e8e3-4802-961f-359f8cca9338"/>
    <xsd:import namespace="aa5a8beb-1916-477c-8994-6aae8306622a"/>
    <xsd:element name="properties">
      <xsd:complexType>
        <xsd:sequence>
          <xsd:element name="documentManagement">
            <xsd:complexType>
              <xsd:all>
                <xsd:element ref="ns2:SharedWithUsers" minOccurs="0"/>
                <xsd:element ref="ns3:SharedWithDetails" minOccurs="0"/>
                <xsd:element ref="ns4:lcf76f155ced4ddcb4097134ff3c332f" minOccurs="0"/>
                <xsd:element ref="ns4:MediaServiceKeyPoints" minOccurs="0"/>
                <xsd:element ref="ns4:MediaServiceAutoTags" minOccurs="0"/>
                <xsd:element ref="ns4:MediaServiceOCR" minOccurs="0"/>
                <xsd:element ref="ns4:MediaLengthInSeconds" minOccurs="0"/>
                <xsd:element ref="ns5:TaxCatchAll" minOccurs="0"/>
                <xsd:element ref="ns4:Project" minOccurs="0"/>
                <xsd:element ref="ns4:MediaServiceMetadata" minOccurs="0"/>
                <xsd:element ref="ns4:MediaServiceFastMetadata" minOccurs="0"/>
                <xsd:element ref="ns4:MediaServiceSearchProperties" minOccurs="0"/>
                <xsd:element ref="ns4:MediaServiceDateTaken" minOccurs="0"/>
                <xsd:element ref="ns4:MediaServiceGenerationTime" minOccurs="0"/>
                <xsd:element ref="ns4:MediaServiceEventHashCode" minOccurs="0"/>
                <xsd:element ref="ns4: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eda863e-76bc-41e9-b727-4d779532c6cd"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da7a5690-49f2-45ea-95c0-be596872997a" elementFormDefault="qualified">
    <xsd:import namespace="http://schemas.microsoft.com/office/2006/documentManagement/types"/>
    <xsd:import namespace="http://schemas.microsoft.com/office/infopath/2007/PartnerControls"/>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6b01cdb5-e8e3-4802-961f-359f8cca9338" elementFormDefault="qualified">
    <xsd:import namespace="http://schemas.microsoft.com/office/2006/documentManagement/types"/>
    <xsd:import namespace="http://schemas.microsoft.com/office/infopath/2007/PartnerControls"/>
    <xsd:element name="lcf76f155ced4ddcb4097134ff3c332f" ma:index="10" nillable="true" ma:taxonomy="true" ma:internalName="lcf76f155ced4ddcb4097134ff3c332f" ma:taxonomyFieldName="MediaServiceImageTags" ma:displayName="Image Tags" ma:readOnly="false" ma:fieldId="{5cf76f15-5ced-4ddc-b409-7134ff3c332f}" ma:taxonomyMulti="true" ma:sspId="59967681-caf4-44cd-948e-90f571439626" ma:termSetId="00000000-0000-0000-0000-000000000000" ma:anchorId="fba54fb3-c3e1-fe81-a776-ca4b69148c4d" ma:open="true" ma:isKeyword="false">
      <xsd:complexType>
        <xsd:sequence>
          <xsd:element ref="pc:Terms" minOccurs="0" maxOccurs="1"/>
        </xsd:sequence>
      </xsd:complex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LengthInSeconds" ma:index="14" nillable="true" ma:displayName="Length (seconds)" ma:internalName="MediaLengthInSeconds" ma:readOnly="true">
      <xsd:simpleType>
        <xsd:restriction base="dms:Unknown"/>
      </xsd:simpleType>
    </xsd:element>
    <xsd:element name="Project" ma:index="17" nillable="true" ma:displayName="Project" ma:format="Dropdown" ma:internalName="Project">
      <xsd:simpleType>
        <xsd:restriction base="dms:Text">
          <xsd:maxLength value="255"/>
        </xsd:restriction>
      </xsd:simpleType>
    </xsd:element>
    <xsd:element name="MediaServiceMetadata" ma:index="18" nillable="true" ma:displayName="MediaServiceMetadata" ma:hidden="true" ma:internalName="MediaServiceMetadata" ma:readOnly="true">
      <xsd:simpleType>
        <xsd:restriction base="dms:Note"/>
      </xsd:simpleType>
    </xsd:element>
    <xsd:element name="MediaServiceFastMetadata" ma:index="19" nillable="true" ma:displayName="MediaServiceFastMetadata" ma:hidden="true" ma:internalName="MediaServiceFastMetadata" ma:readOnly="true">
      <xsd:simpleType>
        <xsd:restriction base="dms:Note"/>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DateTaken" ma:index="21" nillable="true" ma:displayName="MediaServiceDateTaken" ma:hidden="true" ma:indexed="true" ma:internalName="MediaServiceDateTaken" ma:readOnly="true">
      <xsd:simpleType>
        <xsd:restriction base="dms:Text"/>
      </xsd:simpleType>
    </xsd:element>
    <xsd:element name="MediaServiceGenerationTime" ma:index="22" nillable="true" ma:displayName="MediaServiceGenerationTime" ma:hidden="true" ma:internalName="MediaServiceGenerationTime" ma:readOnly="true">
      <xsd:simpleType>
        <xsd:restriction base="dms:Text"/>
      </xsd:simpleType>
    </xsd:element>
    <xsd:element name="MediaServiceEventHashCode" ma:index="23" nillable="true" ma:displayName="MediaServiceEventHashCode" ma:hidden="true" ma:internalName="MediaServiceEventHashCode" ma:readOnly="true">
      <xsd:simpleType>
        <xsd:restriction base="dms:Text"/>
      </xsd:simpleType>
    </xsd:element>
    <xsd:element name="MediaServiceBillingMetadata" ma:index="24"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a5a8beb-1916-477c-8994-6aae8306622a"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b2cf6385-d5b1-4186-8c8d-329c1755ceec}" ma:internalName="TaxCatchAll" ma:showField="CatchAllData" ma:web="aa5a8beb-1916-477c-8994-6aae8306622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55EC6A1-3133-4712-AC79-20AB9DF6483A}">
  <ds:schemaRefs>
    <ds:schemaRef ds:uri="http://purl.org/dc/elements/1.1/"/>
    <ds:schemaRef ds:uri="http://purl.org/dc/terms/"/>
    <ds:schemaRef ds:uri="http://schemas.microsoft.com/office/2006/documentManagement/types"/>
    <ds:schemaRef ds:uri="http://schemas.microsoft.com/office/infopath/2007/PartnerControls"/>
    <ds:schemaRef ds:uri="http://purl.org/dc/dcmitype/"/>
    <ds:schemaRef ds:uri="da7a5690-49f2-45ea-95c0-be596872997a"/>
    <ds:schemaRef ds:uri="feda863e-76bc-41e9-b727-4d779532c6cd"/>
    <ds:schemaRef ds:uri="http://schemas.openxmlformats.org/package/2006/metadata/core-properties"/>
    <ds:schemaRef ds:uri="http://www.w3.org/XML/1998/namespace"/>
    <ds:schemaRef ds:uri="aa5a8beb-1916-477c-8994-6aae8306622a"/>
    <ds:schemaRef ds:uri="6b01cdb5-e8e3-4802-961f-359f8cca9338"/>
    <ds:schemaRef ds:uri="http://schemas.microsoft.com/office/2006/metadata/properties"/>
  </ds:schemaRefs>
</ds:datastoreItem>
</file>

<file path=customXml/itemProps2.xml><?xml version="1.0" encoding="utf-8"?>
<ds:datastoreItem xmlns:ds="http://schemas.openxmlformats.org/officeDocument/2006/customXml" ds:itemID="{4C545A8F-3FD8-46B6-93E1-A5391DD63C64}">
  <ds:schemaRefs>
    <ds:schemaRef ds:uri="6b01cdb5-e8e3-4802-961f-359f8cca9338"/>
    <ds:schemaRef ds:uri="aa5a8beb-1916-477c-8994-6aae8306622a"/>
    <ds:schemaRef ds:uri="da7a5690-49f2-45ea-95c0-be596872997a"/>
    <ds:schemaRef ds:uri="feda863e-76bc-41e9-b727-4d779532c6c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6099F915-8B9D-4CF3-ABB4-EC24D9AE0808}">
  <ds:schemaRefs>
    <ds:schemaRef ds:uri="http://schemas.microsoft.com/sharepoint/v3/contenttype/forms"/>
  </ds:schemaRefs>
</ds:datastoreItem>
</file>

<file path=docMetadata/LabelInfo.xml><?xml version="1.0" encoding="utf-8"?>
<clbl:labelList xmlns:clbl="http://schemas.microsoft.com/office/2020/mipLabelMetadata">
  <clbl:label id="{725ca717-11da-4935-b601-f527b9741f2e}" enabled="1" method="Privileged" siteId="{d852d5cd-724c-4128-8812-ffa5db3f8507}" contentBits="0" removed="0"/>
</clbl:labelList>
</file>

<file path=docProps/app.xml><?xml version="1.0" encoding="utf-8"?>
<Properties xmlns="http://schemas.openxmlformats.org/officeDocument/2006/extended-properties" xmlns:vt="http://schemas.openxmlformats.org/officeDocument/2006/docPropsVTypes">
  <Template>Atos - Timesaver</Template>
  <TotalTime>2943</TotalTime>
  <Words>1174</Words>
  <Application>Microsoft Office PowerPoint</Application>
  <PresentationFormat>Widescreen</PresentationFormat>
  <Paragraphs>131</Paragraphs>
  <Slides>13</Slides>
  <Notes>5</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13</vt:i4>
      </vt:variant>
    </vt:vector>
  </HeadingPairs>
  <TitlesOfParts>
    <vt:vector size="28" baseType="lpstr">
      <vt:lpstr>Arial</vt:lpstr>
      <vt:lpstr>Biennale</vt:lpstr>
      <vt:lpstr>Biennale (Body)</vt:lpstr>
      <vt:lpstr>Biennale Bold</vt:lpstr>
      <vt:lpstr>Biennale Medium</vt:lpstr>
      <vt:lpstr>Brygada 1918</vt:lpstr>
      <vt:lpstr>Brygada 1918 Light</vt:lpstr>
      <vt:lpstr>Brygada 1918 SemiBold</vt:lpstr>
      <vt:lpstr>Calibri</vt:lpstr>
      <vt:lpstr>Lora</vt:lpstr>
      <vt:lpstr>Source Sans 3</vt:lpstr>
      <vt:lpstr>Source Sans 3 Bold</vt:lpstr>
      <vt:lpstr>Twemoji Mozilla</vt:lpstr>
      <vt:lpstr>Wingdings</vt:lpstr>
      <vt:lpstr>White background</vt:lpstr>
      <vt:lpstr>Sentinel AI</vt:lpstr>
      <vt:lpstr>Contents</vt:lpstr>
      <vt:lpstr>The Challenge - Current Operational Pain Points</vt:lpstr>
      <vt:lpstr>The Opportunity – Why an AI Layer on Top of Observability?</vt:lpstr>
      <vt:lpstr>Business Value at a Glance</vt:lpstr>
      <vt:lpstr>Introducing SentinelAI – Platform</vt:lpstr>
      <vt:lpstr>Overview – Sentinel AI</vt:lpstr>
      <vt:lpstr>PowerPoint Presentation</vt:lpstr>
      <vt:lpstr>PowerPoint Presentation</vt:lpstr>
      <vt:lpstr>PowerPoint Presentation</vt:lpstr>
      <vt:lpstr>Future Vision </vt:lpstr>
      <vt:lpstr>Strategic ROI</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Nazaret Rodriguez Ciudad</dc:creator>
  <cp:lastModifiedBy>Praveen Deshmukh</cp:lastModifiedBy>
  <cp:revision>99</cp:revision>
  <dcterms:created xsi:type="dcterms:W3CDTF">2025-02-13T10:03:52Z</dcterms:created>
  <dcterms:modified xsi:type="dcterms:W3CDTF">2026-07-28T07:26:23Z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463cba9-5f6c-478d-9329-7b2295e4e8ed_Enabled">
    <vt:lpwstr>true</vt:lpwstr>
  </property>
  <property fmtid="{D5CDD505-2E9C-101B-9397-08002B2CF9AE}" pid="3" name="MSIP_Label_e463cba9-5f6c-478d-9329-7b2295e4e8ed_SetDate">
    <vt:lpwstr>2023-05-03T09:31:47Z</vt:lpwstr>
  </property>
  <property fmtid="{D5CDD505-2E9C-101B-9397-08002B2CF9AE}" pid="4" name="MSIP_Label_e463cba9-5f6c-478d-9329-7b2295e4e8ed_Method">
    <vt:lpwstr>Standard</vt:lpwstr>
  </property>
  <property fmtid="{D5CDD505-2E9C-101B-9397-08002B2CF9AE}" pid="5" name="MSIP_Label_e463cba9-5f6c-478d-9329-7b2295e4e8ed_Name">
    <vt:lpwstr>All Employees_2</vt:lpwstr>
  </property>
  <property fmtid="{D5CDD505-2E9C-101B-9397-08002B2CF9AE}" pid="6" name="MSIP_Label_e463cba9-5f6c-478d-9329-7b2295e4e8ed_SiteId">
    <vt:lpwstr>33440fc6-b7c7-412c-bb73-0e70b0198d5a</vt:lpwstr>
  </property>
  <property fmtid="{D5CDD505-2E9C-101B-9397-08002B2CF9AE}" pid="7" name="MSIP_Label_e463cba9-5f6c-478d-9329-7b2295e4e8ed_ActionId">
    <vt:lpwstr>f3077d30-5bbd-4ea4-90f4-d1428cae596c</vt:lpwstr>
  </property>
  <property fmtid="{D5CDD505-2E9C-101B-9397-08002B2CF9AE}" pid="8" name="MSIP_Label_e463cba9-5f6c-478d-9329-7b2295e4e8ed_ContentBits">
    <vt:lpwstr>0</vt:lpwstr>
  </property>
  <property fmtid="{D5CDD505-2E9C-101B-9397-08002B2CF9AE}" pid="9" name="Datum">
    <vt:lpwstr>dd/mm/yyyy</vt:lpwstr>
  </property>
  <property fmtid="{D5CDD505-2E9C-101B-9397-08002B2CF9AE}" pid="10" name="Author">
    <vt:lpwstr>Presentation Title</vt:lpwstr>
  </property>
  <property fmtid="{D5CDD505-2E9C-101B-9397-08002B2CF9AE}" pid="11" name="Classification">
    <vt:lpwstr>© Atos - for internal use</vt:lpwstr>
  </property>
  <property fmtid="{D5CDD505-2E9C-101B-9397-08002B2CF9AE}" pid="12" name="ContentTypeId">
    <vt:lpwstr>0x0101009996D779FF5DF4479C7FE7877D2D24E3</vt:lpwstr>
  </property>
  <property fmtid="{D5CDD505-2E9C-101B-9397-08002B2CF9AE}" pid="13" name="MediaServiceImageTags">
    <vt:lpwstr/>
  </property>
</Properties>
</file>