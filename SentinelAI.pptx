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509" r:id="rId5"/>
    <p:sldId id="391" r:id="rId6"/>
    <p:sldId id="566" r:id="rId7"/>
    <p:sldId id="565" r:id="rId8"/>
    <p:sldId id="551" r:id="rId9"/>
    <p:sldId id="571" r:id="rId10"/>
    <p:sldId id="572" r:id="rId11"/>
    <p:sldId id="569" r:id="rId12"/>
    <p:sldId id="5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25" userDrawn="1">
          <p15:clr>
            <a:srgbClr val="A4A3A4"/>
          </p15:clr>
        </p15:guide>
        <p15:guide id="2" pos="273" userDrawn="1">
          <p15:clr>
            <a:srgbClr val="A4A3A4"/>
          </p15:clr>
        </p15:guide>
        <p15:guide id="4" pos="7414" userDrawn="1">
          <p15:clr>
            <a:srgbClr val="A4A3A4"/>
          </p15:clr>
        </p15:guide>
        <p15:guide id="5" orient="horz" pos="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5F5"/>
    <a:srgbClr val="FBFBFB"/>
    <a:srgbClr val="3DC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425F1A-4CDF-B577-5C6F-A7BB7A347F00}" v="8" dt="2026-02-02T07:16:37.670"/>
    <p1510:client id="{6EFBDF3B-3352-0173-0BDC-DD62C5991079}" v="3" dt="2026-02-03T05:48:46.663"/>
    <p1510:client id="{E8F3C2E9-2566-17CF-57F7-0CBC550AE408}" v="40" dt="2026-02-02T07:19:10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3825"/>
        <p:guide pos="273"/>
        <p:guide pos="7414"/>
        <p:guide orient="horz" pos="9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3E4D40-3228-1C24-32C4-502B03868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2ACEF2-A3DF-6534-FA7A-72EB00E464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540CC-CE8C-4A70-BF05-2114CEE721C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134E3-450C-99A7-AD31-0AD855962F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3B346-D077-B037-8AF1-1A5943152B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98758-294F-43B0-9FDA-82B4C942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ennale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ennale" panose="00000500000000000000" pitchFamily="2" charset="0"/>
              </a:defRPr>
            </a:lvl1pPr>
          </a:lstStyle>
          <a:p>
            <a:fld id="{2F30A58F-C1CB-4583-BA10-6EBD3D104964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ennale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ennale" panose="00000500000000000000" pitchFamily="2" charset="0"/>
              </a:defRPr>
            </a:lvl1pPr>
          </a:lstStyle>
          <a:p>
            <a:fld id="{8B625186-1159-4D34-813C-4B43A94F98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iennale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iennale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iennale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iennale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iennale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5186-1159-4D34-813C-4B43A94F981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5186-1159-4D34-813C-4B43A94F981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10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5186-1159-4D34-813C-4B43A94F981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6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530715"/>
            <a:ext cx="67665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2422"/>
            <a:ext cx="6766560" cy="121615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4765675"/>
            <a:ext cx="3995928" cy="969264"/>
          </a:xfr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Graphique 10" descr="Atos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FD7C0F0-4D00-0140-8807-06D6E9D5C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4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530715"/>
            <a:ext cx="67665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4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2422"/>
            <a:ext cx="6766560" cy="121615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4765675"/>
            <a:ext cx="3995928" cy="969264"/>
          </a:xfr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Graphique 10" descr="Atos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C1C307-4A11-8265-F1FF-AC20B78DE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438"/>
          <a:stretch/>
        </p:blipFill>
        <p:spPr>
          <a:xfrm rot="5400000" flipH="1">
            <a:off x="4900683" y="3428998"/>
            <a:ext cx="2995683" cy="386231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0CF8E77-A4EE-35C7-A5CD-F520193C3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684" y="-2"/>
            <a:ext cx="3862317" cy="386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4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i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7919D9-2989-3289-BE2F-126C24338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7556"/>
          </a:xfrm>
          <a:custGeom>
            <a:avLst/>
            <a:gdLst>
              <a:gd name="connsiteX0" fmla="*/ 12192000 w 12192000"/>
              <a:gd name="connsiteY0" fmla="*/ 2782174 h 6857556"/>
              <a:gd name="connsiteX1" fmla="*/ 12192000 w 12192000"/>
              <a:gd name="connsiteY1" fmla="*/ 6857556 h 6857556"/>
              <a:gd name="connsiteX2" fmla="*/ 8111311 w 12192000"/>
              <a:gd name="connsiteY2" fmla="*/ 6857556 h 6857556"/>
              <a:gd name="connsiteX3" fmla="*/ 8113342 w 12192000"/>
              <a:gd name="connsiteY3" fmla="*/ 6733493 h 6857556"/>
              <a:gd name="connsiteX4" fmla="*/ 12064704 w 12192000"/>
              <a:gd name="connsiteY4" fmla="*/ 2783524 h 6857556"/>
              <a:gd name="connsiteX5" fmla="*/ 0 w 12192000"/>
              <a:gd name="connsiteY5" fmla="*/ 0 h 6857556"/>
              <a:gd name="connsiteX6" fmla="*/ 12192000 w 12192000"/>
              <a:gd name="connsiteY6" fmla="*/ 0 h 6857556"/>
              <a:gd name="connsiteX7" fmla="*/ 12192000 w 12192000"/>
              <a:gd name="connsiteY7" fmla="*/ 444 h 6857556"/>
              <a:gd name="connsiteX8" fmla="*/ 11867550 w 12192000"/>
              <a:gd name="connsiteY8" fmla="*/ 4015 h 6857556"/>
              <a:gd name="connsiteX9" fmla="*/ 7200902 w 12192000"/>
              <a:gd name="connsiteY9" fmla="*/ 2159000 h 6857556"/>
              <a:gd name="connsiteX10" fmla="*/ 5337672 w 12192000"/>
              <a:gd name="connsiteY10" fmla="*/ 6585644 h 6857556"/>
              <a:gd name="connsiteX11" fmla="*/ 5334507 w 12192000"/>
              <a:gd name="connsiteY11" fmla="*/ 6857556 h 6857556"/>
              <a:gd name="connsiteX12" fmla="*/ 0 w 12192000"/>
              <a:gd name="connsiteY12" fmla="*/ 685755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7556">
                <a:moveTo>
                  <a:pt x="12192000" y="2782174"/>
                </a:moveTo>
                <a:lnTo>
                  <a:pt x="12192000" y="6857556"/>
                </a:lnTo>
                <a:lnTo>
                  <a:pt x="8111311" y="6857556"/>
                </a:lnTo>
                <a:lnTo>
                  <a:pt x="8113342" y="6733493"/>
                </a:lnTo>
                <a:cubicBezTo>
                  <a:pt x="8205095" y="4482559"/>
                  <a:pt x="9974251" y="2857766"/>
                  <a:pt x="12064704" y="2783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44"/>
                </a:lnTo>
                <a:lnTo>
                  <a:pt x="11867550" y="4015"/>
                </a:lnTo>
                <a:cubicBezTo>
                  <a:pt x="10051432" y="76082"/>
                  <a:pt x="8371914" y="919580"/>
                  <a:pt x="7200902" y="2159000"/>
                </a:cubicBezTo>
                <a:cubicBezTo>
                  <a:pt x="6035842" y="3386514"/>
                  <a:pt x="5395007" y="5006228"/>
                  <a:pt x="5337672" y="6585644"/>
                </a:cubicBezTo>
                <a:lnTo>
                  <a:pt x="5334507" y="6857556"/>
                </a:lnTo>
                <a:lnTo>
                  <a:pt x="0" y="685755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530715"/>
            <a:ext cx="67665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2422"/>
            <a:ext cx="6766560" cy="121615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4765675"/>
            <a:ext cx="3995928" cy="969264"/>
          </a:xfr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4EB1A4FF-FDF0-957E-95CD-5A9D268651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7891" y="0"/>
            <a:ext cx="6864109" cy="6857556"/>
          </a:xfrm>
          <a:custGeom>
            <a:avLst/>
            <a:gdLst>
              <a:gd name="connsiteX0" fmla="*/ 6506104 w 6864109"/>
              <a:gd name="connsiteY0" fmla="*/ 0 h 6857556"/>
              <a:gd name="connsiteX1" fmla="*/ 6864109 w 6864109"/>
              <a:gd name="connsiteY1" fmla="*/ 0 h 6857556"/>
              <a:gd name="connsiteX2" fmla="*/ 6864109 w 6864109"/>
              <a:gd name="connsiteY2" fmla="*/ 2786711 h 6857556"/>
              <a:gd name="connsiteX3" fmla="*/ 6672538 w 6864109"/>
              <a:gd name="connsiteY3" fmla="*/ 2791014 h 6857556"/>
              <a:gd name="connsiteX4" fmla="*/ 2795144 w 6864109"/>
              <a:gd name="connsiteY4" fmla="*/ 6732301 h 6857556"/>
              <a:gd name="connsiteX5" fmla="*/ 2793538 w 6864109"/>
              <a:gd name="connsiteY5" fmla="*/ 6857556 h 6857556"/>
              <a:gd name="connsiteX6" fmla="*/ 0 w 6864109"/>
              <a:gd name="connsiteY6" fmla="*/ 6857556 h 6857556"/>
              <a:gd name="connsiteX7" fmla="*/ 3187 w 6864109"/>
              <a:gd name="connsiteY7" fmla="*/ 6583730 h 6857556"/>
              <a:gd name="connsiteX8" fmla="*/ 1867893 w 6864109"/>
              <a:gd name="connsiteY8" fmla="*/ 2154240 h 6857556"/>
              <a:gd name="connsiteX9" fmla="*/ 6199142 w 6864109"/>
              <a:gd name="connsiteY9" fmla="*/ 2034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4109" h="6857556">
                <a:moveTo>
                  <a:pt x="6506104" y="0"/>
                </a:moveTo>
                <a:lnTo>
                  <a:pt x="6864109" y="0"/>
                </a:lnTo>
                <a:lnTo>
                  <a:pt x="6864109" y="2786711"/>
                </a:lnTo>
                <a:lnTo>
                  <a:pt x="6672538" y="2791014"/>
                </a:lnTo>
                <a:cubicBezTo>
                  <a:pt x="4664767" y="2886626"/>
                  <a:pt x="2879590" y="4485245"/>
                  <a:pt x="2795144" y="6732301"/>
                </a:cubicBezTo>
                <a:lnTo>
                  <a:pt x="2793538" y="6857556"/>
                </a:lnTo>
                <a:lnTo>
                  <a:pt x="0" y="6857556"/>
                </a:lnTo>
                <a:lnTo>
                  <a:pt x="3187" y="6583730"/>
                </a:lnTo>
                <a:cubicBezTo>
                  <a:pt x="60566" y="5003298"/>
                  <a:pt x="701910" y="3382544"/>
                  <a:pt x="1867893" y="2154240"/>
                </a:cubicBezTo>
                <a:cubicBezTo>
                  <a:pt x="2966588" y="991538"/>
                  <a:pt x="4512566" y="177036"/>
                  <a:pt x="6199142" y="20346"/>
                </a:cubicBezTo>
                <a:close/>
              </a:path>
            </a:pathLst>
          </a:custGeom>
        </p:spPr>
        <p:txBody>
          <a:bodyPr wrap="square" tIns="0" rIns="457200" bIns="822960" anchor="ctr">
            <a:noAutofit/>
          </a:bodyPr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Graphique 10" descr="Atos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75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530715"/>
            <a:ext cx="67665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2422"/>
            <a:ext cx="6766560" cy="1216152"/>
          </a:xfrm>
        </p:spPr>
        <p:txBody>
          <a:bodyPr/>
          <a:lstStyle>
            <a:lvl1pPr marL="0" indent="0">
              <a:buNone/>
              <a:defRPr sz="32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4765675"/>
            <a:ext cx="3995928" cy="969264"/>
          </a:xfr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01943B5-D1D2-69D4-5C65-807D37387F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4575" y="0"/>
            <a:ext cx="4797425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18DB1D5-5FA2-F839-5AE0-A3CFBD44F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4320" y="3429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7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tos/Client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530715"/>
            <a:ext cx="67665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2422"/>
            <a:ext cx="6766560" cy="121615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4765675"/>
            <a:ext cx="3995928" cy="969264"/>
          </a:xfrm>
        </p:spPr>
        <p:txBody>
          <a:bodyPr/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4EAE2C9A-6617-E131-E7DC-EDB5219632CC}"/>
              </a:ext>
            </a:extLst>
          </p:cNvPr>
          <p:cNvSpPr>
            <a:spLocks noChangeAspect="1"/>
          </p:cNvSpPr>
          <p:nvPr userDrawn="1"/>
        </p:nvSpPr>
        <p:spPr>
          <a:xfrm>
            <a:off x="8202302" y="6024696"/>
            <a:ext cx="1582715" cy="48397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62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6"/>
            <a:ext cx="8811804" cy="4630583"/>
          </a:xfrm>
        </p:spPr>
        <p:txBody>
          <a:bodyPr wrap="none">
            <a:noAutofit/>
          </a:bodyPr>
          <a:lstStyle>
            <a:lvl1pPr marL="457200" indent="-457200" algn="l">
              <a:spcAft>
                <a:spcPts val="6000"/>
              </a:spcAft>
              <a:buClr>
                <a:schemeClr val="accent1"/>
              </a:buClr>
              <a:buFont typeface="+mj-lt"/>
              <a:buAutoNum type="arabicPeriod"/>
              <a:tabLst>
                <a:tab pos="8805672" algn="r"/>
              </a:tabLst>
              <a:defRPr sz="2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0"/>
              </a:spcAft>
              <a:buClr>
                <a:schemeClr val="accent1"/>
              </a:buClr>
              <a:buSzTx/>
              <a:buFont typeface="+mj-lt"/>
              <a:buAutoNum type="arabicPeriod"/>
              <a:tabLst>
                <a:tab pos="8805672" algn="r"/>
              </a:tabLst>
              <a:defRPr/>
            </a:pPr>
            <a:r>
              <a:rPr lang="en-US"/>
              <a:t>Chapter title example	00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0"/>
              </a:spcAft>
              <a:buClr>
                <a:schemeClr val="accent1"/>
              </a:buClr>
              <a:buSzTx/>
              <a:buFont typeface="+mj-lt"/>
              <a:buAutoNum type="arabicPeriod"/>
              <a:tabLst>
                <a:tab pos="8805672" algn="r"/>
              </a:tabLst>
              <a:defRPr/>
            </a:pPr>
            <a:r>
              <a:rPr lang="en-US"/>
              <a:t>Chapter title example	00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5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49E7EF-452F-CD72-A15B-A271646B001D}"/>
              </a:ext>
            </a:extLst>
          </p:cNvPr>
          <p:cNvCxnSpPr>
            <a:cxnSpLocks/>
          </p:cNvCxnSpPr>
          <p:nvPr userDrawn="1"/>
        </p:nvCxnSpPr>
        <p:spPr>
          <a:xfrm>
            <a:off x="6084424" y="1446367"/>
            <a:ext cx="0" cy="46305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3BB667A-B847-58CB-E129-3219597A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11519D-0BCC-29ED-F52C-BE75957A7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4" y="1446367"/>
            <a:ext cx="11337925" cy="4630583"/>
          </a:xfrm>
        </p:spPr>
        <p:txBody>
          <a:bodyPr wrap="none" numCol="2" spcCol="457200">
            <a:noAutofit/>
          </a:bodyPr>
          <a:lstStyle>
            <a:lvl1pPr marL="365760" indent="-365760" algn="l">
              <a:spcAft>
                <a:spcPts val="6000"/>
              </a:spcAft>
              <a:buClr>
                <a:schemeClr val="accent1"/>
              </a:buClr>
              <a:buFont typeface="+mj-lt"/>
              <a:buAutoNum type="arabicPeriod"/>
              <a:tabLst>
                <a:tab pos="5567363" algn="r"/>
              </a:tabLst>
              <a:defRPr sz="2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lvl="0"/>
            <a:endParaRPr lang="en-US"/>
          </a:p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  <a:p>
            <a:pPr lvl="0"/>
            <a:r>
              <a:rPr lang="en-US"/>
              <a:t>Chapter title example	00</a:t>
            </a:r>
          </a:p>
        </p:txBody>
      </p:sp>
    </p:spTree>
    <p:extLst>
      <p:ext uri="{BB962C8B-B14F-4D97-AF65-F5344CB8AC3E}">
        <p14:creationId xmlns:p14="http://schemas.microsoft.com/office/powerpoint/2010/main" val="293084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BCF086-E0BB-3B67-3C11-E0716AC53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73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CABA1F-8D00-5959-2A0D-477B4EF70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222475" y="3888475"/>
            <a:ext cx="2969526" cy="2969525"/>
            <a:chOff x="9222475" y="3888475"/>
            <a:chExt cx="2969526" cy="2969525"/>
          </a:xfrm>
          <a:solidFill>
            <a:schemeClr val="accent1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D5DB93-121A-B297-E6DD-9478830F77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2"/>
            <a:ext cx="11337926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999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42A06E-E4C7-D3E8-BDED-EF771CB11D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2"/>
            <a:ext cx="11337926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2B4DF-76DC-9537-2195-0E94F3711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222475" y="3888475"/>
            <a:ext cx="2969526" cy="2969525"/>
            <a:chOff x="9222475" y="3888475"/>
            <a:chExt cx="2969526" cy="2969525"/>
          </a:xfrm>
          <a:solidFill>
            <a:schemeClr val="accent5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332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2E77BA-4420-33FD-4703-B3C9B3709560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4645" y="1446212"/>
            <a:ext cx="8381904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B04704-D297-7EBA-4063-575F9A18A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1454680"/>
            <a:ext cx="3226526" cy="4616810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816DF95-FC03-CC86-B8D8-20652505E2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0847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12C593-773C-E67F-DB83-82BD217D311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84645" y="1446212"/>
            <a:ext cx="8381904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DE2F9-7CCD-3A2F-30CC-C7D24C868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1454680"/>
            <a:ext cx="3226526" cy="4616810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628BD85-5B0A-7D0D-95ED-9672F51D74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7412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00E452-A8AB-FCA1-7196-432BABC0064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442950" y="1446212"/>
            <a:ext cx="93236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428624" y="1446213"/>
            <a:ext cx="1833350" cy="18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65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8EBD0A-DCBF-5697-AB86-E59F43E1D9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442950" y="1446212"/>
            <a:ext cx="93236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428624" y="1446213"/>
            <a:ext cx="1833350" cy="18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DCFC9F-3888-3FE8-C62C-CCD59B04A97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442950" y="1446212"/>
            <a:ext cx="93236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4" y="4243599"/>
            <a:ext cx="1833350" cy="18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135E85-701C-2A07-70DF-01ECB164394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442950" y="1446212"/>
            <a:ext cx="93236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4" y="4243599"/>
            <a:ext cx="1833350" cy="18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88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729569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FFDD0C-B234-E48F-1117-E71A1BF8BD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8624" y="1446212"/>
            <a:ext cx="8442421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27780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729569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A31D4C-9EC0-0FDC-B08E-7FAC603BC4A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8624" y="1446212"/>
            <a:ext cx="8442421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9182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3F9C9-7BFC-1D24-B33A-98C5AEE7574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197290" y="3084394"/>
            <a:ext cx="6680491" cy="2992555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4" y="1446213"/>
            <a:ext cx="2734491" cy="273449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2501D31-6936-420C-ACFF-982A91913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9038048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542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7F2-34C1-3164-2998-05614FE79C9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197290" y="3084394"/>
            <a:ext cx="6680491" cy="2992555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4" y="1446213"/>
            <a:ext cx="2734491" cy="273449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CD25A46-D852-06A3-C070-0D7F9D2DF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8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82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8AC44C-BB04-C5BB-3272-F65FD685E84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197290" y="3084394"/>
            <a:ext cx="6680491" cy="2992555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4" y="1446213"/>
            <a:ext cx="2734491" cy="27344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69ABC1-670A-EF0D-7C56-BD06F9D02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8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66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3297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71D70F-68B5-DD4A-6E9F-DB676EF7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36906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3729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48785D0-F5D7-C2BD-C6A9-98DBFBDFE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822330" y="1"/>
            <a:ext cx="1369670" cy="13696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4ECEB7-E07A-7A71-72F2-6E250063872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4" y="1446212"/>
            <a:ext cx="54864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0EAC6A-A6C2-66A3-C8C0-3F5ABACF7D2C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FF7271-3C8C-31AB-981B-7467A0E264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0150" y="1446212"/>
            <a:ext cx="5486400" cy="4630737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5FC312-F0E9-0D35-0A90-49621D927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117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387BA6D-A7AE-3F35-E292-AB3A29B170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446212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A737D2-6B87-DFC3-DA84-6860E12B811E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3EC500C-DC96-24C1-FB6D-38F10FFA0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920" y="1446212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432266-537A-E53F-5875-D324F4DFC0A5}"/>
              </a:ext>
            </a:extLst>
          </p:cNvPr>
          <p:cNvCxnSpPr>
            <a:cxnSpLocks/>
          </p:cNvCxnSpPr>
          <p:nvPr userDrawn="1"/>
        </p:nvCxnSpPr>
        <p:spPr>
          <a:xfrm>
            <a:off x="8038148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B8D4FE2-3660-5569-5772-F7846E85E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97215" y="1446212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0C074-8F33-E5B3-9A55-D11D3E78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33764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80D85C-7F74-EF15-F42E-B26573598E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00FE41-5068-BC51-A4B6-593B5760B3D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4" y="1994854"/>
            <a:ext cx="5486400" cy="4082096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1BA7B0-5B3E-37FB-ABC1-62CDDC761C13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33B2D-3680-CFA8-4922-DC944983F9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0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652B75-AA09-638D-B391-9800623F8056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280150" y="1994854"/>
            <a:ext cx="5486400" cy="4082096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26462A-B24E-6496-B1DF-273A6106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2238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CC7CBF-5CAC-89DF-85B0-F8F792534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55F457-6C59-9205-5BC8-37A6E312F763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9E64B-3AEF-5121-CC02-A5BF0E2C2E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707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317E02-C121-6BA0-DE8E-02D7575D7C7C}"/>
              </a:ext>
            </a:extLst>
          </p:cNvPr>
          <p:cNvCxnSpPr>
            <a:cxnSpLocks/>
          </p:cNvCxnSpPr>
          <p:nvPr userDrawn="1"/>
        </p:nvCxnSpPr>
        <p:spPr>
          <a:xfrm>
            <a:off x="8046829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70AEA1-0FFB-C5AB-EE1A-EBC0EB8028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8790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790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B26CC1-EC68-EFF1-594A-E7D62DC16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2288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2904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6933FFB-20BC-0D38-2EC5-3BBF25322C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4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A5152D-90F9-841D-EC13-0030AD385EBB}"/>
              </a:ext>
            </a:extLst>
          </p:cNvPr>
          <p:cNvCxnSpPr>
            <a:cxnSpLocks/>
          </p:cNvCxnSpPr>
          <p:nvPr userDrawn="1"/>
        </p:nvCxnSpPr>
        <p:spPr>
          <a:xfrm>
            <a:off x="3203695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8C626AA-D212-61A1-DE59-8BBEC3A26C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27006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006" y="1994854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886867-C5AE-7140-EDF8-D3A5947BBA94}"/>
              </a:ext>
            </a:extLst>
          </p:cNvPr>
          <p:cNvCxnSpPr>
            <a:cxnSpLocks/>
          </p:cNvCxnSpPr>
          <p:nvPr userDrawn="1"/>
        </p:nvCxnSpPr>
        <p:spPr>
          <a:xfrm>
            <a:off x="6102077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1CCB88-A172-FFF7-96EB-550E3A48F2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5388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5388" y="1994854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83FCCB-2C9D-3E40-0646-FB598DF53981}"/>
              </a:ext>
            </a:extLst>
          </p:cNvPr>
          <p:cNvCxnSpPr>
            <a:cxnSpLocks/>
          </p:cNvCxnSpPr>
          <p:nvPr userDrawn="1"/>
        </p:nvCxnSpPr>
        <p:spPr>
          <a:xfrm>
            <a:off x="9000459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FB728DE-EE08-176A-4432-66A0B7D886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23770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A06F20C-3D16-6913-4223-0510D4DCF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3770" y="1994854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9A5C7C-FF3B-791E-7112-DA49F4D0B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1958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2CA012C-3387-F6E7-BD07-7F68D4FD7B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73CDCD-A3ED-25B5-B18D-BDF48020ED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8624" y="1994854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E350C6-C030-D9A7-8FFE-0C6BE159F1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0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4FC30F8-E61C-6616-BF60-9AFD9F7EBE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80150" y="1994854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B1AEC1-40BF-926F-B166-C26EDD113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0688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C2280E2-8456-6A59-68C6-B002ACDE4A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ABED1DD-3627-3441-AC4C-69C0E51BE1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8624" y="1994854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CCFF94-B857-D8DC-B2CD-0FFF4A50C3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8F928-6CA5-FEF8-D882-6AA9F401BE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18707" y="1994854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242A419-9A8D-61BF-51EB-69513EA5BE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8790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0ED812F7-BF5D-DF64-7216-C1D7D0E718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08790" y="1994854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D7EF800-D5AD-6EA2-68D5-8EACC1DBE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11452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4DF86C-4686-D09F-9CDD-05397E5EA1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624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994854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60DE-EC5C-7D9A-E60B-C77EBEE271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1573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994854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72B8F90-4F7E-E6C3-8446-7D3736C9E4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4522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2" y="1994854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E7EB277-5C78-54AF-0C0C-DA543BC542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7470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0" y="1994854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95E5FE-6AE6-5F54-59EB-08105E1B8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9391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3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016A94-A7DE-DAE3-0EE2-A8FF8619D3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45BD5C-F8FB-36C9-4EE1-AB37715D673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4" y="3517460"/>
            <a:ext cx="5486400" cy="2559490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76978" y="1446213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005BD77-4BBE-2F03-AFA8-87F126BB6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6978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A3DC55-D289-438E-D71E-EB852943458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76978" y="3517460"/>
            <a:ext cx="5486400" cy="2559490"/>
          </a:xfrm>
        </p:spPr>
        <p:txBody>
          <a:bodyPr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72C938-C047-38AD-D83C-189C1AC03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61230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3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C979499-D739-73B9-FE75-660BB28AD7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356616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2920" y="1446213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756F07-9227-C871-FCFC-7AA0F5D4A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2920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2920" y="3517460"/>
            <a:ext cx="356616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7215" y="1446213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B6D4682-833F-2E78-0271-A3BC65DC12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215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7215" y="3517460"/>
            <a:ext cx="356616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CA3288-0FCF-ED06-AD6E-E7CB3C8DC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2217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3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EA87E5-B00B-294C-9BEB-D8AB1DA7D6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624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269748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446213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CC21B11-4BB9-E7F7-2D10-7A711FE51A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1573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1573" y="3517460"/>
            <a:ext cx="269748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2" y="1446213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624600-098D-4116-2BA4-B77914ACD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94522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4522" y="3517460"/>
            <a:ext cx="269748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0" y="1446213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BA7EB72-6B8C-7C86-47F1-FB927F697C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7470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FB8ABDB-A570-09B0-47F8-17E0EAF3EA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7470" y="3517460"/>
            <a:ext cx="2697480" cy="2559490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D0839C-757C-586E-BFC4-95B70BCF5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8710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75B62F6-55F7-EC3C-2ED6-BBCF8B1F3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624" y="1446213"/>
            <a:ext cx="2697480" cy="4630737"/>
          </a:xfrm>
          <a:solidFill>
            <a:schemeClr val="accent1"/>
          </a:solidFill>
        </p:spPr>
        <p:txBody>
          <a:bodyPr lIns="91440" tIns="91440" rIns="91440" bIns="45720" anchor="t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E88463-50FF-3CD8-E203-3C696879E5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126104" y="1446213"/>
            <a:ext cx="8640446" cy="4630737"/>
          </a:xfrm>
        </p:spPr>
        <p:txBody>
          <a:bodyPr lIns="137160" tIns="91440" rIns="91440" bIns="45720"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B59311-C109-90D5-373E-703450BE4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2050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F88F08-9355-72DC-FA2D-5379EE0381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3"/>
            <a:ext cx="2697480" cy="4630737"/>
          </a:xfr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CEDC2E-0B96-BB68-C6CE-4DEBC490BB9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126104" y="1446213"/>
            <a:ext cx="8640446" cy="4630737"/>
          </a:xfrm>
        </p:spPr>
        <p:txBody>
          <a:bodyPr lIns="137160" tIns="91440" rIns="91440" bIns="45720"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16F5F7-DC15-93E3-03C3-BC68295C2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29841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65EF11-27C6-3489-DD6F-30BE392A095F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25450" y="1583373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1504" y="1469073"/>
            <a:ext cx="9965046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476357-305F-5973-5369-7AC81D8D5961}"/>
              </a:ext>
            </a:extLst>
          </p:cNvPr>
          <p:cNvCxnSpPr>
            <a:cxnSpLocks/>
          </p:cNvCxnSpPr>
          <p:nvPr userDrawn="1"/>
        </p:nvCxnSpPr>
        <p:spPr>
          <a:xfrm>
            <a:off x="1799590" y="2975372"/>
            <a:ext cx="996696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4FDC33C-83ED-0DED-F0E9-23BB9B01EA18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25450" y="3178652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1AB26F9-0173-EB8B-A0B2-71203D4C68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01504" y="3064352"/>
            <a:ext cx="9965046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2055C-7159-2B40-7017-C8F627D20E68}"/>
              </a:ext>
            </a:extLst>
          </p:cNvPr>
          <p:cNvCxnSpPr>
            <a:cxnSpLocks/>
          </p:cNvCxnSpPr>
          <p:nvPr userDrawn="1"/>
        </p:nvCxnSpPr>
        <p:spPr>
          <a:xfrm>
            <a:off x="1799590" y="4570651"/>
            <a:ext cx="996696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01BBE2D-9FF8-C873-8A2E-50CE50A2A903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25450" y="4773930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5BC671B-E3BA-C641-C295-075806A97A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01504" y="4659630"/>
            <a:ext cx="9965046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D7EE73-BD0F-1407-31F4-45DE3808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33361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B43F4B7B-2CB6-3C5D-41D4-F0733252324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425450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D89EBC5-7786-3168-7F27-AA8125DACF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12137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12137" y="2437484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EB7D8D35-559F-0ECB-0A77-87FEE042534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25450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2771577-6DF7-C28B-98C1-13903E6414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2137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12137" y="3692566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0815622D-F593-5765-4DE3-9C3B3DA2008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425450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0C21BF9-98CF-2439-2FC3-3163C556C2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2137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378A91-CE46-5522-9C0B-EA8A8EEE264C}"/>
              </a:ext>
            </a:extLst>
          </p:cNvPr>
          <p:cNvCxnSpPr>
            <a:cxnSpLocks/>
          </p:cNvCxnSpPr>
          <p:nvPr userDrawn="1"/>
        </p:nvCxnSpPr>
        <p:spPr>
          <a:xfrm>
            <a:off x="1512137" y="4947648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1B97117-9F24-6123-995B-5C808A68E78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425450" y="5117990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CBFC19-88E9-647B-456B-987298401E2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2137" y="5072270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0D74B06B-61ED-CEFB-E3B3-9FC646969EA4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05389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C72D8B-534B-6DE5-0B48-3CB97967D31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85531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55D23A-01AB-588F-517A-144079958FC2}"/>
              </a:ext>
            </a:extLst>
          </p:cNvPr>
          <p:cNvCxnSpPr>
            <a:cxnSpLocks/>
          </p:cNvCxnSpPr>
          <p:nvPr userDrawn="1"/>
        </p:nvCxnSpPr>
        <p:spPr>
          <a:xfrm>
            <a:off x="7385531" y="2437484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C8F1CBD6-68D2-0E56-C57A-4BB19742286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305389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E56446B9-85DF-3D97-4D7B-6A44670366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85531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326F57-826B-3ACC-E1E9-43A337E58CE7}"/>
              </a:ext>
            </a:extLst>
          </p:cNvPr>
          <p:cNvCxnSpPr>
            <a:cxnSpLocks/>
          </p:cNvCxnSpPr>
          <p:nvPr userDrawn="1"/>
        </p:nvCxnSpPr>
        <p:spPr>
          <a:xfrm>
            <a:off x="7385531" y="3692566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8A4B5D9B-DD42-E12C-B8B1-D148773ADFC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305389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E2966E9-E5B2-905D-1BF4-C087E4D1BD0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85531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BA8E10-C301-B50F-BA49-15050943AAD9}"/>
              </a:ext>
            </a:extLst>
          </p:cNvPr>
          <p:cNvCxnSpPr>
            <a:cxnSpLocks/>
          </p:cNvCxnSpPr>
          <p:nvPr userDrawn="1"/>
        </p:nvCxnSpPr>
        <p:spPr>
          <a:xfrm>
            <a:off x="7385531" y="4947648"/>
            <a:ext cx="438912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FE3643B-04DC-9C04-EC21-6FC260035471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6305389" y="5117990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291F0A7-9B4B-3796-A3FB-37ECE65A9A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85531" y="5072270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8F45AF8-A8C0-A223-DBED-02A7C9E91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9071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0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90266A-6EA5-DA1F-2689-9203581580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43606" y="1469073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6" y="2568119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F13AE0-9183-D602-5CE3-A9A8CFB65524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0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5401359C-8F5C-6329-FB4C-ACDB3E530D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43606" y="2661324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6" y="3761178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AAE432B-E20C-7DDA-7B74-202DD989913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0" y="3832331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6420016-65BB-65D1-7A9B-BC72F9D6828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43606" y="3855191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6" y="4954641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AA48CE4-D48F-1815-952F-AE9234ABC8B0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0" y="5025390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E30510B-0B2F-B2B8-13C1-8A4B008236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43606" y="5048250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7F83E17-8512-7962-C5E1-591C2FB9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56285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73F7F6A-A03C-29C6-C5D4-5A7B3542360A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0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606" y="1469073"/>
            <a:ext cx="10122944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6" y="2568119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7BFB2D0-1EAF-DCB0-6345-DF88DCCF0E6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0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606" y="2661324"/>
            <a:ext cx="10122944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6" y="3761178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2951087-268C-82C9-8EE2-ACDB75F9C8F8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0" y="3832331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606" y="3855191"/>
            <a:ext cx="10122944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6" y="4954641"/>
            <a:ext cx="101229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6FBDD42-ED0C-5362-9314-8816E840A6C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0" y="5025390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25BAE7B8-AA80-9379-0D79-99D8A5FB8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606" y="5048250"/>
            <a:ext cx="10122944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805B27-E793-67C5-14F5-AF1764066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20170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irc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0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5732" y="1469073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85732" y="2572332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21F880F-FB7C-4634-306F-F1211CD4DE2E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425450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5732" y="2669751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85732" y="3773010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279C447D-3CA9-F6B7-7D94-8FE95A45534D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25450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5732" y="3870429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DB6E7F-7626-2933-1F97-7A46A34A7E06}"/>
              </a:ext>
            </a:extLst>
          </p:cNvPr>
          <p:cNvCxnSpPr>
            <a:cxnSpLocks/>
          </p:cNvCxnSpPr>
          <p:nvPr userDrawn="1"/>
        </p:nvCxnSpPr>
        <p:spPr>
          <a:xfrm>
            <a:off x="1585732" y="4973688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8B13DF0-07C0-23DB-928E-C1C480CADC0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25450" y="5071110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275FC47-DC0A-178E-6514-4A3C25D303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5732" y="5071110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8FFF44D-3DD9-2074-EE5A-CD230E0EF2E3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6277612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FD121F6-8F18-F351-DBC7-3754FAF177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37894" y="1469073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415C93-4DCF-B7CB-80ED-110311DD037A}"/>
              </a:ext>
            </a:extLst>
          </p:cNvPr>
          <p:cNvCxnSpPr>
            <a:cxnSpLocks/>
          </p:cNvCxnSpPr>
          <p:nvPr userDrawn="1"/>
        </p:nvCxnSpPr>
        <p:spPr>
          <a:xfrm>
            <a:off x="7437894" y="2572332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8B77CFA-033A-8C42-DC31-5E9EB70B6CB6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6277612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67642CB-C789-58FD-115F-E4DFAD0EB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37894" y="2669751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2FDD71-D37A-FD5D-32D8-73CE6AAACBFF}"/>
              </a:ext>
            </a:extLst>
          </p:cNvPr>
          <p:cNvCxnSpPr>
            <a:cxnSpLocks/>
          </p:cNvCxnSpPr>
          <p:nvPr userDrawn="1"/>
        </p:nvCxnSpPr>
        <p:spPr>
          <a:xfrm>
            <a:off x="7437894" y="3773010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63A6193-E0FB-D95B-DE6F-0B20335C56E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277612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03C1E23-393C-1C89-1D7F-C9C3B6C502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37894" y="3870429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9CE9F6-6355-A268-FC3F-D648B8F23A64}"/>
              </a:ext>
            </a:extLst>
          </p:cNvPr>
          <p:cNvCxnSpPr>
            <a:cxnSpLocks/>
          </p:cNvCxnSpPr>
          <p:nvPr userDrawn="1"/>
        </p:nvCxnSpPr>
        <p:spPr>
          <a:xfrm>
            <a:off x="7437894" y="4973688"/>
            <a:ext cx="4325112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91EE428F-3890-D952-4727-56BDAAAEACA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277612" y="5071110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3E87BD83-BA4C-45EB-3B54-F2529CA844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37894" y="5071110"/>
            <a:ext cx="4328658" cy="1005840"/>
          </a:xfrm>
        </p:spPr>
        <p:txBody>
          <a:bodyPr lIns="0" tIns="45720" rIns="0" bIns="45720" anchor="ctr"/>
          <a:lstStyle>
            <a:lvl1pPr marL="18288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A5C8E2-2ADE-518A-D8DD-1D93CC3C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23254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8298687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4" y="709990"/>
            <a:ext cx="8298686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280943-14D9-E1AA-7579-C65E38FD82C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8624" y="1446212"/>
            <a:ext cx="5394960" cy="4630737"/>
          </a:xfrm>
        </p:spPr>
        <p:txBody>
          <a:bodyPr lIns="0" tIns="0" rIns="0" bIns="0"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61999" y="274592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7130379" y="1441448"/>
            <a:ext cx="3474722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9F78020-D828-4016-3BC7-400A2B174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3643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4164" y="291451"/>
            <a:ext cx="8252386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4164" y="709990"/>
            <a:ext cx="8252386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428623" y="274592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97003" y="1441448"/>
            <a:ext cx="3474722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54A373-88C4-A82B-E350-FCFB019D45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50568" y="1446212"/>
            <a:ext cx="5315982" cy="4630737"/>
          </a:xfrm>
        </p:spPr>
        <p:txBody>
          <a:bodyPr lIns="0" tIns="0" rIns="0" bIns="0"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16BDD6C-589C-E59D-505F-90F87C6A5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22127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533B7B-CFCE-C743-5F19-2A8A364B1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428625" y="1456405"/>
            <a:ext cx="4631138" cy="4631138"/>
            <a:chOff x="6364404" y="688572"/>
            <a:chExt cx="5398971" cy="539897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EA9041-DFBD-0DC8-66E1-193CA3018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4ADEFBA-0047-A23F-7A01-9D71C4274E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A8ACBE3-F84F-9311-A090-BF6945A40482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358739" y="2390067"/>
            <a:ext cx="2765586" cy="276558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D281C0-60B3-6172-E427-F7E32C30796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54906" y="1446212"/>
            <a:ext cx="6511644" cy="4630737"/>
          </a:xfrm>
        </p:spPr>
        <p:txBody>
          <a:bodyPr lIns="0" tIns="0" rIns="0" bIns="0"/>
          <a:lstStyle>
            <a:lvl4pPr>
              <a:defRPr/>
            </a:lvl4pPr>
            <a:lvl5pPr marL="1143000" indent="-228600">
              <a:buFont typeface="Arial" panose="020B0604020202020204" pitchFamily="34" charset="0"/>
              <a:buChar char="•"/>
              <a:defRPr/>
            </a:lvl5pPr>
            <a:lvl6pPr marL="1371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lvl="4"/>
            <a:r>
              <a:rPr lang="en-US"/>
              <a:t>Level 05</a:t>
            </a:r>
          </a:p>
          <a:p>
            <a:pPr lvl="5"/>
            <a:r>
              <a:rPr lang="en-US"/>
              <a:t>Level 06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08C7AB-438A-DC8C-37D8-D7D68BAB1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26355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608C7D-CAC2-E061-16C4-46C8B746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-972518"/>
            <a:ext cx="11337925" cy="79656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778ECC-DF3B-21C8-2028-9C37F39ED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28625" y="688572"/>
            <a:ext cx="5398971" cy="5398971"/>
            <a:chOff x="428625" y="688572"/>
            <a:chExt cx="5398971" cy="5398971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DD74B7C-D695-9400-9632-BD81C6253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428625" y="3388057"/>
              <a:ext cx="2699486" cy="2699486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67E329A-F569-FD2D-40BC-C949E9EC7C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3128110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B21A47-0ACD-51C0-D2C7-23A1141D860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747" y="1776294"/>
            <a:ext cx="3218690" cy="3218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7" y="477673"/>
            <a:ext cx="5304517" cy="5599278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12E530A-B778-4B96-FF9C-7B751B733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Image 9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0CD7D2F4-5D2E-569C-EF83-089D22DD2B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667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5FD19C8-A9BF-5C73-C5BC-BA598A54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28625" y="688572"/>
            <a:ext cx="5398971" cy="5398971"/>
            <a:chOff x="428625" y="688572"/>
            <a:chExt cx="5398971" cy="5398971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DD74B7C-D695-9400-9632-BD81C6253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428625" y="3388057"/>
              <a:ext cx="2699486" cy="2699486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67E329A-F569-FD2D-40BC-C949E9EC7C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3128110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71E8B8B-07EF-1513-B4C6-C311714432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765" y="1778713"/>
            <a:ext cx="3218690" cy="3218688"/>
          </a:xfrm>
        </p:spPr>
        <p:txBody>
          <a:bodyPr anchor="ctr"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Title example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7" y="477673"/>
            <a:ext cx="5304517" cy="5599278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9D97E0-3D8D-7FAB-987B-9840782C0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Image 8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C0C00536-60FD-A893-B757-8ED102B262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48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use c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291451"/>
            <a:ext cx="10217944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Customer Name or “Leading Company in Industry” 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0"/>
            <a:ext cx="10217944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Project Name / Short Project Description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3671B79-3EC2-65ED-38A8-41F17F6B998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731500" y="291451"/>
            <a:ext cx="1033272" cy="912315"/>
          </a:xfrm>
        </p:spPr>
        <p:txBody>
          <a:bodyPr bIns="18288" anchor="b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CC7CBF-5CAC-89DF-85B0-F8F792534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marL="162000" marR="0" lvl="0" indent="-162000" fontAlgn="auto">
              <a:lnSpc>
                <a:spcPct val="100000"/>
              </a:lnSpc>
              <a:buSzTx/>
              <a:tabLst/>
            </a:pPr>
            <a:r>
              <a:rPr lang="en-US" noProof="0"/>
              <a:t>The Challenge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9E64B-3AEF-5121-CC02-A5BF0E2C2E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marL="164592" marR="0" lvl="0" indent="-164592" fontAlgn="auto">
              <a:lnSpc>
                <a:spcPct val="100000"/>
              </a:lnSpc>
              <a:buSzTx/>
              <a:tabLst/>
            </a:pPr>
            <a:r>
              <a:rPr lang="en-US" noProof="0"/>
              <a:t>The Solution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707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70AEA1-0FFB-C5AB-EE1A-EBC0EB8028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8790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marL="164592" marR="0" lvl="0" indent="-164592" fontAlgn="auto">
              <a:lnSpc>
                <a:spcPct val="100000"/>
              </a:lnSpc>
              <a:buSzTx/>
              <a:tabLst/>
            </a:pPr>
            <a:r>
              <a:rPr lang="en-US" noProof="0"/>
              <a:t>The Impact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790" y="1994854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55F457-6C59-9205-5BC8-37A6E312F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317E02-C121-6BA0-DE8E-02D7575D7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46829" y="1446213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B26CC1-EC68-EFF1-594A-E7D62DC16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73595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use 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291451"/>
            <a:ext cx="10213848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Customer Name or “Leading Company in Industry” 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0"/>
            <a:ext cx="10213848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Project Name / Short Project Description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DC78E8E0-7425-7DE7-A8EA-599CE44C89A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0731500" y="291451"/>
            <a:ext cx="1033272" cy="912315"/>
          </a:xfrm>
        </p:spPr>
        <p:txBody>
          <a:bodyPr bIns="18288" anchor="b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logo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F14D5B5-B2D8-B006-08B8-A5DD901D0F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28624" y="1437190"/>
            <a:ext cx="1793716" cy="2660248"/>
          </a:xfrm>
        </p:spPr>
        <p:txBody>
          <a:bodyPr tIns="914400" bIns="0" anchor="ctr"/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33E4C-1BB6-B045-8122-6405632E37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84377" y="1437190"/>
            <a:ext cx="29260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marL="162000" marR="0" lvl="0" indent="-162000" fontAlgn="auto">
              <a:lnSpc>
                <a:spcPct val="100000"/>
              </a:lnSpc>
              <a:buSzTx/>
              <a:tabLst/>
            </a:pPr>
            <a:r>
              <a:rPr lang="en-US" noProof="0"/>
              <a:t>The Challenge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BD3C084-3FE6-20C0-0ED5-684ED95ACA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4377" y="1998532"/>
            <a:ext cx="292608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E3CACE-2400-3063-1DD0-F9731861AA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2769" y="1437190"/>
            <a:ext cx="29260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marL="164592" marR="0" lvl="0" indent="-164592" fontAlgn="auto">
              <a:lnSpc>
                <a:spcPct val="100000"/>
              </a:lnSpc>
              <a:buSzTx/>
              <a:tabLst/>
            </a:pPr>
            <a:r>
              <a:rPr lang="en-US" noProof="0"/>
              <a:t>The Solution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DF93DBB-C602-2D1A-455D-C4DA9CCA8B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12769" y="1998532"/>
            <a:ext cx="292608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FA5348-338A-AE99-D5EA-25D67EAB20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1162" y="1437190"/>
            <a:ext cx="29260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marL="164592" marR="0" lvl="0" indent="-164592" fontAlgn="auto">
              <a:lnSpc>
                <a:spcPct val="100000"/>
              </a:lnSpc>
              <a:buSzTx/>
              <a:tabLst/>
            </a:pPr>
            <a:r>
              <a:rPr lang="en-US" noProof="0"/>
              <a:t>The Impact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1C1078-5618-7CE0-6EE1-30E1DACED7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41162" y="1998532"/>
            <a:ext cx="292608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/>
              <a:t>Level 01</a:t>
            </a:r>
          </a:p>
          <a:p>
            <a:pPr lvl="1"/>
            <a:r>
              <a:rPr lang="en-US" noProof="0"/>
              <a:t>Level 02</a:t>
            </a:r>
          </a:p>
          <a:p>
            <a:pPr lvl="2"/>
            <a:r>
              <a:rPr lang="en-US" noProof="0"/>
              <a:t>Level 03</a:t>
            </a:r>
          </a:p>
          <a:p>
            <a:pPr lvl="3"/>
            <a:r>
              <a:rPr lang="en-US" noProof="0"/>
              <a:t>Level 04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D0B758-194E-0A9A-E40E-C6C34AAFD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61613" y="1449891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A0C7A4-6A84-922C-7B31-36D64EF25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90005" y="1437191"/>
            <a:ext cx="0" cy="463073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4078EFD-AF40-F302-C5B1-1A383B95E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" y="4283232"/>
            <a:ext cx="1793716" cy="179371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7268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47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EF5BB1-9EC5-C075-5CF1-D55B8363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36910" y="61381"/>
            <a:ext cx="2174616" cy="2174616"/>
            <a:chOff x="428625" y="688572"/>
            <a:chExt cx="5398972" cy="5398972"/>
          </a:xfrm>
        </p:grpSpPr>
        <p:sp>
          <p:nvSpPr>
            <p:cNvPr id="10" name="Graphic 12">
              <a:extLst>
                <a:ext uri="{FF2B5EF4-FFF2-40B4-BE49-F238E27FC236}">
                  <a16:creationId xmlns:a16="http://schemas.microsoft.com/office/drawing/2014/main" id="{867E329A-F569-FD2D-40BC-C949E9EC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3128111" y="688572"/>
              <a:ext cx="2699486" cy="2699486"/>
            </a:xfrm>
            <a:custGeom>
              <a:avLst/>
              <a:gdLst>
                <a:gd name="connsiteX0" fmla="*/ 0 w 2699486"/>
                <a:gd name="connsiteY0" fmla="*/ 2699486 h 2699486"/>
                <a:gd name="connsiteX1" fmla="*/ 1094417 w 2699486"/>
                <a:gd name="connsiteY1" fmla="*/ 2699486 h 2699486"/>
                <a:gd name="connsiteX2" fmla="*/ 2699486 w 2699486"/>
                <a:gd name="connsiteY2" fmla="*/ 1094417 h 2699486"/>
                <a:gd name="connsiteX3" fmla="*/ 2699486 w 2699486"/>
                <a:gd name="connsiteY3" fmla="*/ 0 h 2699486"/>
                <a:gd name="connsiteX4" fmla="*/ 0 w 2699486"/>
                <a:gd name="connsiteY4" fmla="*/ 2699486 h 269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486" h="2699486">
                  <a:moveTo>
                    <a:pt x="0" y="2699486"/>
                  </a:moveTo>
                  <a:lnTo>
                    <a:pt x="1094417" y="2699486"/>
                  </a:lnTo>
                  <a:cubicBezTo>
                    <a:pt x="1094417" y="1814505"/>
                    <a:pt x="1814505" y="1094417"/>
                    <a:pt x="2699486" y="1094417"/>
                  </a:cubicBezTo>
                  <a:lnTo>
                    <a:pt x="2699486" y="0"/>
                  </a:lnTo>
                  <a:cubicBezTo>
                    <a:pt x="1210944" y="0"/>
                    <a:pt x="0" y="1210944"/>
                    <a:pt x="0" y="2699486"/>
                  </a:cubicBezTo>
                </a:path>
              </a:pathLst>
            </a:custGeom>
            <a:solidFill>
              <a:schemeClr val="accent2"/>
            </a:solidFill>
            <a:ln w="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Graphic 11">
              <a:extLst>
                <a:ext uri="{FF2B5EF4-FFF2-40B4-BE49-F238E27FC236}">
                  <a16:creationId xmlns:a16="http://schemas.microsoft.com/office/drawing/2014/main" id="{DDD74B7C-D695-9400-9632-BD81C6253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428625" y="3388058"/>
              <a:ext cx="2699486" cy="2699486"/>
            </a:xfrm>
            <a:custGeom>
              <a:avLst/>
              <a:gdLst>
                <a:gd name="connsiteX0" fmla="*/ 0 w 2699486"/>
                <a:gd name="connsiteY0" fmla="*/ 2699486 h 2699486"/>
                <a:gd name="connsiteX1" fmla="*/ 1094417 w 2699486"/>
                <a:gd name="connsiteY1" fmla="*/ 2699486 h 2699486"/>
                <a:gd name="connsiteX2" fmla="*/ 2699486 w 2699486"/>
                <a:gd name="connsiteY2" fmla="*/ 1094417 h 2699486"/>
                <a:gd name="connsiteX3" fmla="*/ 2699486 w 2699486"/>
                <a:gd name="connsiteY3" fmla="*/ 0 h 2699486"/>
                <a:gd name="connsiteX4" fmla="*/ 0 w 2699486"/>
                <a:gd name="connsiteY4" fmla="*/ 2699486 h 2699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486" h="2699486">
                  <a:moveTo>
                    <a:pt x="0" y="2699486"/>
                  </a:moveTo>
                  <a:lnTo>
                    <a:pt x="1094417" y="2699486"/>
                  </a:lnTo>
                  <a:cubicBezTo>
                    <a:pt x="1094417" y="1814505"/>
                    <a:pt x="1814505" y="1094417"/>
                    <a:pt x="2699486" y="1094417"/>
                  </a:cubicBezTo>
                  <a:lnTo>
                    <a:pt x="2699486" y="0"/>
                  </a:lnTo>
                  <a:cubicBezTo>
                    <a:pt x="1210944" y="0"/>
                    <a:pt x="0" y="1210944"/>
                    <a:pt x="0" y="2699486"/>
                  </a:cubicBezTo>
                </a:path>
              </a:pathLst>
            </a:custGeom>
            <a:solidFill>
              <a:schemeClr val="accent1"/>
            </a:solidFill>
            <a:ln w="2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C6A2842-98CF-DBDF-5B71-0947B0AD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2016" y="216497"/>
            <a:ext cx="7124338" cy="38770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enter consultant’s name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C537275-6DEE-641D-F9A0-865D8402FA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72017" y="607046"/>
            <a:ext cx="7124338" cy="414511"/>
          </a:xfrm>
        </p:spPr>
        <p:txBody>
          <a:bodyPr anchor="t"/>
          <a:lstStyle>
            <a:lvl1pPr marL="0" indent="0">
              <a:buNone/>
              <a:defRPr sz="1800">
                <a:solidFill>
                  <a:srgbClr val="3DC7FF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enter role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084BAAC-A14B-0D20-2A26-C8D646B16BB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53638" y="257175"/>
            <a:ext cx="893735" cy="285130"/>
          </a:xfrm>
        </p:spPr>
        <p:txBody>
          <a:bodyPr anchor="ctr"/>
          <a:lstStyle>
            <a:lvl1pPr marL="0" indent="0" algn="r">
              <a:buNone/>
              <a:defRPr lang="en-US" sz="1200" b="0" kern="1200" noProof="0" dirty="0">
                <a:solidFill>
                  <a:schemeClr val="accent2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lvl="0"/>
            <a:r>
              <a:rPr lang="en-US" noProof="0"/>
              <a:t>Country: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EB4AB2E-8AF8-1890-41F0-FE1A716E06B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991850" y="257175"/>
            <a:ext cx="771947" cy="28513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noProof="0"/>
              <a:t>ABC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41CF282-98B5-0DCD-8CD3-865399C1809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53638" y="655227"/>
            <a:ext cx="893735" cy="285130"/>
          </a:xfrm>
        </p:spPr>
        <p:txBody>
          <a:bodyPr anchor="ctr"/>
          <a:lstStyle>
            <a:lvl1pPr marL="0" indent="0" algn="r">
              <a:buNone/>
              <a:defRPr lang="en-US" sz="1200" b="0" kern="1200" noProof="0" dirty="0">
                <a:solidFill>
                  <a:schemeClr val="accent2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lvl="0"/>
            <a:r>
              <a:rPr lang="en-US" noProof="0"/>
              <a:t>Availability: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17BB8357-25D8-1F26-B27B-AEBD9BD231A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991850" y="655227"/>
            <a:ext cx="771947" cy="28513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noProof="0"/>
              <a:t>n Days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9A1DCCCA-D724-F19A-C20F-0460DDD0D36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4086" y="2338724"/>
            <a:ext cx="547990" cy="445242"/>
          </a:xfrm>
        </p:spPr>
        <p:txBody>
          <a:bodyPr anchor="ctr"/>
          <a:lstStyle>
            <a:lvl1pPr marL="0" indent="0" algn="ctr">
              <a:buNone/>
              <a:defRPr sz="600">
                <a:solidFill>
                  <a:srgbClr val="00005C"/>
                </a:solidFill>
              </a:defRPr>
            </a:lvl1pPr>
          </a:lstStyle>
          <a:p>
            <a:r>
              <a:rPr lang="en-US" noProof="0"/>
              <a:t>Social media </a:t>
            </a:r>
            <a:r>
              <a:rPr lang="en-US" noProof="0" err="1"/>
              <a:t>icon+alt</a:t>
            </a:r>
            <a:r>
              <a:rPr lang="en-US" noProof="0"/>
              <a:t> +link</a:t>
            </a:r>
          </a:p>
        </p:txBody>
      </p:sp>
      <p:sp>
        <p:nvSpPr>
          <p:cNvPr id="9" name="Picture Placeholder 40">
            <a:extLst>
              <a:ext uri="{FF2B5EF4-FFF2-40B4-BE49-F238E27FC236}">
                <a16:creationId xmlns:a16="http://schemas.microsoft.com/office/drawing/2014/main" id="{9B37780F-BB3C-CB63-EF69-CE25D79C398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071257" y="2338724"/>
            <a:ext cx="547990" cy="445242"/>
          </a:xfrm>
        </p:spPr>
        <p:txBody>
          <a:bodyPr anchor="ctr"/>
          <a:lstStyle>
            <a:lvl1pPr marL="0" indent="0" algn="ctr">
              <a:buNone/>
              <a:defRPr sz="600">
                <a:solidFill>
                  <a:srgbClr val="00005C"/>
                </a:solidFill>
              </a:defRPr>
            </a:lvl1pPr>
          </a:lstStyle>
          <a:p>
            <a:r>
              <a:rPr lang="en-US" noProof="0"/>
              <a:t>Social media </a:t>
            </a:r>
            <a:r>
              <a:rPr lang="en-US" noProof="0" err="1"/>
              <a:t>icon+alt</a:t>
            </a:r>
            <a:r>
              <a:rPr lang="en-US" noProof="0"/>
              <a:t> +link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52ABD-39DB-5DAA-B9C8-27265064FF0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62267" y="1189796"/>
            <a:ext cx="1835172" cy="327672"/>
          </a:xfrm>
        </p:spPr>
        <p:txBody>
          <a:bodyPr anchor="ctr"/>
          <a:lstStyle>
            <a:lvl1pPr marL="0" indent="0">
              <a:buFontTx/>
              <a:buNone/>
              <a:defRPr lang="en-US" sz="1800" b="1" kern="1200" noProof="0" dirty="0" smtClean="0">
                <a:solidFill>
                  <a:srgbClr val="0073E6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Competencies</a:t>
            </a:r>
            <a:endParaRPr lang="en-US" sz="1600" noProof="0">
              <a:solidFill>
                <a:srgbClr val="0073E6"/>
              </a:solidFill>
              <a:latin typeface="+mj-lt"/>
              <a:cs typeface="+mn-cs"/>
            </a:endParaRP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BA232C89-42B1-3DE0-EB93-B4A3D1FD1C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2265" y="1542349"/>
            <a:ext cx="1835173" cy="1290773"/>
          </a:xfrm>
        </p:spPr>
        <p:txBody>
          <a:bodyPr anchor="t"/>
          <a:lstStyle>
            <a:lvl1pPr marL="0" indent="0">
              <a:spcAft>
                <a:spcPts val="200"/>
              </a:spcAft>
              <a:buFontTx/>
              <a:buNone/>
              <a:defRPr sz="1200">
                <a:solidFill>
                  <a:srgbClr val="00005C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 Expertise &amp; </a:t>
            </a:r>
            <a:br>
              <a:rPr lang="en-US" noProof="0"/>
            </a:br>
            <a:r>
              <a:rPr lang="en-US" noProof="0"/>
              <a:t>Core Competencies</a:t>
            </a:r>
          </a:p>
        </p:txBody>
      </p: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4AF37B7A-C4FA-DE0B-2C2B-676A8950CCE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909" y="2886691"/>
            <a:ext cx="3660529" cy="346904"/>
          </a:xfrm>
        </p:spPr>
        <p:txBody>
          <a:bodyPr anchor="ctr"/>
          <a:lstStyle>
            <a:lvl1pPr marL="0" indent="0">
              <a:buFontTx/>
              <a:buNone/>
              <a:defRPr lang="en-US" sz="1800" b="1" kern="1200" noProof="0" dirty="0" smtClean="0">
                <a:solidFill>
                  <a:srgbClr val="0073E6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Summary</a:t>
            </a:r>
            <a:endParaRPr lang="en-US" sz="1600" noProof="0">
              <a:solidFill>
                <a:srgbClr val="0073E6"/>
              </a:solidFill>
              <a:latin typeface="+mj-lt"/>
              <a:cs typeface="+mn-cs"/>
            </a:endParaRPr>
          </a:p>
        </p:txBody>
      </p:sp>
      <p:sp>
        <p:nvSpPr>
          <p:cNvPr id="66" name="Text Placeholder 28">
            <a:extLst>
              <a:ext uri="{FF2B5EF4-FFF2-40B4-BE49-F238E27FC236}">
                <a16:creationId xmlns:a16="http://schemas.microsoft.com/office/drawing/2014/main" id="{DE80A998-D14B-6B29-B910-50F0801E332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909" y="3243582"/>
            <a:ext cx="3660529" cy="1810956"/>
          </a:xfrm>
        </p:spPr>
        <p:txBody>
          <a:bodyPr/>
          <a:lstStyle>
            <a:lvl1pPr marL="0" indent="0">
              <a:spcAft>
                <a:spcPts val="200"/>
              </a:spcAft>
              <a:buFontTx/>
              <a:buNone/>
              <a:defRPr sz="1200">
                <a:solidFill>
                  <a:srgbClr val="00005C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Summary</a:t>
            </a:r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DFC24B06-9A7D-A46A-608E-6AC443F5050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6909" y="5113079"/>
            <a:ext cx="3660529" cy="346904"/>
          </a:xfrm>
        </p:spPr>
        <p:txBody>
          <a:bodyPr anchor="ctr"/>
          <a:lstStyle>
            <a:lvl1pPr marL="0" indent="0">
              <a:buFontTx/>
              <a:buNone/>
              <a:defRPr lang="en-US" sz="1800" b="1" kern="1200" noProof="0" dirty="0" smtClean="0">
                <a:solidFill>
                  <a:srgbClr val="0073E6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algn="l">
              <a:lnSpc>
                <a:spcPct val="110000"/>
              </a:lnSpc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Languages</a:t>
            </a:r>
            <a:endParaRPr lang="en-US" sz="1400" noProof="0">
              <a:solidFill>
                <a:srgbClr val="0073E6"/>
              </a:solidFill>
              <a:latin typeface="+mj-lt"/>
              <a:cs typeface="+mn-cs"/>
            </a:endParaRP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B9111369-C4AB-C6AD-C404-DE77749484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6909" y="5507118"/>
            <a:ext cx="3660529" cy="583902"/>
          </a:xfrm>
        </p:spPr>
        <p:txBody>
          <a:bodyPr/>
          <a:lstStyle>
            <a:lvl1pPr marL="0" indent="0">
              <a:spcAft>
                <a:spcPts val="200"/>
              </a:spcAft>
              <a:buFontTx/>
              <a:buNone/>
              <a:defRPr sz="1200">
                <a:solidFill>
                  <a:srgbClr val="00005C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languages. If you use flags or images: add alt text to each graphic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66F3C00-4E75-245A-984B-8B18DB0D6D6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58088" y="1189796"/>
            <a:ext cx="3725255" cy="314213"/>
          </a:xfrm>
        </p:spPr>
        <p:txBody>
          <a:bodyPr anchor="ctr"/>
          <a:lstStyle>
            <a:lvl1pPr marL="0" indent="0">
              <a:buFontTx/>
              <a:buNone/>
              <a:defRPr lang="en-US" sz="1800" b="0" kern="1200" baseline="0" noProof="0" dirty="0">
                <a:solidFill>
                  <a:schemeClr val="accent1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Education</a:t>
            </a:r>
            <a:endParaRPr lang="en-US" sz="1600" noProof="0">
              <a:solidFill>
                <a:srgbClr val="0073E6"/>
              </a:solidFill>
              <a:latin typeface="+mj-lt"/>
              <a:cs typeface="+mn-cs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79871B-7F68-A96B-54E8-BA87143755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58088" y="1542350"/>
            <a:ext cx="3725255" cy="2300446"/>
          </a:xfrm>
        </p:spPr>
        <p:txBody>
          <a:bodyPr/>
          <a:lstStyle>
            <a:lvl1pPr marL="0" indent="0">
              <a:spcAft>
                <a:spcPts val="200"/>
              </a:spcAft>
              <a:buFontTx/>
              <a:buNone/>
              <a:defRPr sz="1200">
                <a:solidFill>
                  <a:schemeClr val="accent3"/>
                </a:solidFill>
                <a:latin typeface="+mj-lt"/>
              </a:defRPr>
            </a:lvl1pPr>
            <a:lvl2pPr marL="0" indent="0">
              <a:spcAft>
                <a:spcPts val="200"/>
              </a:spcAft>
              <a:buNone/>
              <a:defRPr sz="1200">
                <a:solidFill>
                  <a:schemeClr val="accent3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YYYY: Institution. City</a:t>
            </a:r>
          </a:p>
          <a:p>
            <a:pPr lvl="1"/>
            <a:r>
              <a:rPr lang="en-US" noProof="0"/>
              <a:t>Description</a:t>
            </a:r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C1F265D-FCB6-808F-BF90-B89F32A882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58088" y="3933140"/>
            <a:ext cx="3725255" cy="346904"/>
          </a:xfrm>
        </p:spPr>
        <p:txBody>
          <a:bodyPr anchor="ctr"/>
          <a:lstStyle>
            <a:lvl1pPr marL="0" indent="0">
              <a:buFontTx/>
              <a:buNone/>
              <a:defRPr lang="en-US" sz="1800" b="1" kern="1200" baseline="0" noProof="0" dirty="0" smtClean="0">
                <a:solidFill>
                  <a:schemeClr val="accent1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en-US" sz="1600" noProof="0">
                <a:solidFill>
                  <a:srgbClr val="0073E6"/>
                </a:solidFill>
                <a:latin typeface="+mj-lt"/>
                <a:cs typeface="+mn-cs"/>
              </a:rPr>
              <a:t>Industry Expertise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FC467BED-11E1-7E0B-9A78-B431FDF473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58088" y="4326526"/>
            <a:ext cx="3725255" cy="728011"/>
          </a:xfrm>
        </p:spPr>
        <p:txBody>
          <a:bodyPr/>
          <a:lstStyle>
            <a:lvl1pPr marL="0" indent="0">
              <a:spcAft>
                <a:spcPts val="200"/>
              </a:spcAft>
              <a:buFontTx/>
              <a:buNone/>
              <a:defRPr sz="1200">
                <a:solidFill>
                  <a:srgbClr val="00005C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Industry Expertise</a:t>
            </a:r>
          </a:p>
          <a:p>
            <a:pPr lvl="0"/>
            <a:endParaRPr lang="en-US" noProof="0"/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EE7C65D9-CD83-91F0-6A68-8A89F0102FD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58088" y="5113079"/>
            <a:ext cx="3725255" cy="346904"/>
          </a:xfrm>
        </p:spPr>
        <p:txBody>
          <a:bodyPr anchor="ctr"/>
          <a:lstStyle>
            <a:lvl1pPr marL="0" indent="0">
              <a:buFontTx/>
              <a:buNone/>
              <a:defRPr lang="en-US" sz="1800" b="1" kern="1200" baseline="0" noProof="0" dirty="0" smtClean="0">
                <a:solidFill>
                  <a:schemeClr val="accent1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Certificates / Accreditations</a:t>
            </a:r>
            <a:endParaRPr lang="en-US" sz="1600" noProof="0">
              <a:solidFill>
                <a:srgbClr val="0073E6"/>
              </a:solidFill>
              <a:latin typeface="+mj-lt"/>
              <a:cs typeface="+mn-cs"/>
            </a:endParaRP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03919262-CF56-C9AD-8C74-CA1547F934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58088" y="5507118"/>
            <a:ext cx="3725255" cy="583902"/>
          </a:xfrm>
        </p:spPr>
        <p:txBody>
          <a:bodyPr/>
          <a:lstStyle>
            <a:lvl1pPr marL="0" indent="0">
              <a:spcAft>
                <a:spcPts val="200"/>
              </a:spcAft>
              <a:buFontTx/>
              <a:buNone/>
              <a:defRPr lang="en-US" sz="1200" kern="1200" dirty="0">
                <a:solidFill>
                  <a:srgbClr val="00005C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Certificates / Accreditations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E2303F15-2EEE-E407-2816-5B0A449FC2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16084" y="1189796"/>
            <a:ext cx="3650466" cy="314213"/>
          </a:xfrm>
        </p:spPr>
        <p:txBody>
          <a:bodyPr anchor="ctr"/>
          <a:lstStyle>
            <a:lvl1pPr marL="0" indent="0">
              <a:buFontTx/>
              <a:buNone/>
              <a:defRPr lang="en-US" sz="1800" b="0" kern="1200" baseline="0" noProof="0" dirty="0">
                <a:solidFill>
                  <a:schemeClr val="accent1"/>
                </a:solidFill>
                <a:latin typeface="+mj-lt"/>
                <a:ea typeface="MS PGothic" pitchFamily="34" charset="-128"/>
                <a:cs typeface="+mn-cs"/>
              </a:defRPr>
            </a:lvl1pPr>
          </a:lstStyle>
          <a:p>
            <a:pPr eaLnBrk="1" hangingPunct="1">
              <a:spcAft>
                <a:spcPts val="800"/>
              </a:spcAft>
              <a:defRPr/>
            </a:pPr>
            <a:r>
              <a:rPr lang="en-US" sz="1600" b="1" noProof="0">
                <a:solidFill>
                  <a:srgbClr val="0073E6"/>
                </a:solidFill>
                <a:latin typeface="+mj-lt"/>
                <a:cs typeface="+mn-cs"/>
              </a:rPr>
              <a:t>Professional Achievements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350F2CF5-469D-C575-9109-B970FD69F9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6084" y="1542349"/>
            <a:ext cx="3650466" cy="4534601"/>
          </a:xfrm>
        </p:spPr>
        <p:txBody>
          <a:bodyPr/>
          <a:lstStyle>
            <a:lvl1pPr marL="0" indent="0"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>
                <a:solidFill>
                  <a:schemeClr val="accent3"/>
                </a:solidFill>
                <a:latin typeface="+mj-lt"/>
              </a:defRPr>
            </a:lvl1pPr>
            <a:lvl2pPr marL="182880" indent="-182880">
              <a:spcAft>
                <a:spcPts val="200"/>
              </a:spcAft>
              <a:defRPr sz="1200">
                <a:solidFill>
                  <a:schemeClr val="accent3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Company Name 1</a:t>
            </a:r>
          </a:p>
          <a:p>
            <a:pPr lvl="1"/>
            <a:r>
              <a:rPr lang="en-US" noProof="0"/>
              <a:t>Achievement 1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Achievement 2</a:t>
            </a:r>
          </a:p>
          <a:p>
            <a:pPr lvl="0"/>
            <a:r>
              <a:rPr lang="en-US" noProof="0"/>
              <a:t>Company Name 2 </a:t>
            </a:r>
          </a:p>
          <a:p>
            <a:pPr lvl="1"/>
            <a:r>
              <a:rPr lang="en-US" noProof="0"/>
              <a:t>Achievement 1</a:t>
            </a: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54D4718F-C303-5B98-D8FC-8DAA206E6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CE3776D-9014-8A4F-0EE5-470C197905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53"/>
          </p:nvPr>
        </p:nvSpPr>
        <p:spPr>
          <a:xfrm>
            <a:off x="876001" y="500472"/>
            <a:ext cx="1298448" cy="1298448"/>
          </a:xfrm>
          <a:prstGeom prst="ellipse">
            <a:avLst/>
          </a:prstGeom>
        </p:spPr>
        <p:txBody>
          <a:bodyPr anchor="b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401001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ECFFDCD-5DBA-4316-718F-2745EBCA8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33386" y="1670635"/>
            <a:ext cx="11333161" cy="4406313"/>
            <a:chOff x="433386" y="1670635"/>
            <a:chExt cx="11333161" cy="4406313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A3955EF-1A6D-E65F-5443-7E5D271F7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57651" y="2125895"/>
              <a:ext cx="276646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6D415BD-718B-F120-BCD8-4FAB982AA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340144" y="1670635"/>
              <a:ext cx="7426403" cy="4406313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581C0F-60B3-0E65-75A7-D2FDAFD89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40507" y="2601865"/>
              <a:ext cx="15544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1C567F5-77B2-AC97-C110-9B8FB7B6C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40507" y="3572473"/>
              <a:ext cx="15544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85A3E01-2D09-BD45-3E1A-BACBED42A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40507" y="4549589"/>
              <a:ext cx="15544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1028D47-4AB5-DFC8-6C77-E7FC1E09E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40507" y="5526705"/>
              <a:ext cx="155448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763DA31E-4EC6-9665-B9C6-1FFBBF61B7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30089" y="2601865"/>
              <a:ext cx="465177" cy="0"/>
            </a:xfrm>
            <a:prstGeom prst="straightConnector1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4">
              <a:extLst>
                <a:ext uri="{FF2B5EF4-FFF2-40B4-BE49-F238E27FC236}">
                  <a16:creationId xmlns:a16="http://schemas.microsoft.com/office/drawing/2014/main" id="{5070A3AC-2A71-858F-D9F1-A99CE2A9B0D9}"/>
                </a:ext>
              </a:extLst>
            </p:cNvPr>
            <p:cNvCxnSpPr>
              <a:cxnSpLocks/>
              <a:stCxn id="136" idx="3"/>
              <a:endCxn id="149" idx="1"/>
            </p:cNvCxnSpPr>
            <p:nvPr userDrawn="1"/>
          </p:nvCxnSpPr>
          <p:spPr>
            <a:xfrm>
              <a:off x="7830089" y="2601865"/>
              <a:ext cx="465177" cy="97060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: Elbow 74">
              <a:extLst>
                <a:ext uri="{FF2B5EF4-FFF2-40B4-BE49-F238E27FC236}">
                  <a16:creationId xmlns:a16="http://schemas.microsoft.com/office/drawing/2014/main" id="{3E872E58-1C1B-11A7-BD01-200F2FBF1D61}"/>
                </a:ext>
              </a:extLst>
            </p:cNvPr>
            <p:cNvCxnSpPr>
              <a:cxnSpLocks/>
              <a:stCxn id="136" idx="3"/>
              <a:endCxn id="150" idx="1"/>
            </p:cNvCxnSpPr>
            <p:nvPr userDrawn="1"/>
          </p:nvCxnSpPr>
          <p:spPr>
            <a:xfrm>
              <a:off x="7830089" y="2601865"/>
              <a:ext cx="465177" cy="194772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74">
              <a:extLst>
                <a:ext uri="{FF2B5EF4-FFF2-40B4-BE49-F238E27FC236}">
                  <a16:creationId xmlns:a16="http://schemas.microsoft.com/office/drawing/2014/main" id="{B2EF44E4-CB5F-CA89-600B-FE95A1E53D53}"/>
                </a:ext>
              </a:extLst>
            </p:cNvPr>
            <p:cNvCxnSpPr>
              <a:cxnSpLocks/>
              <a:stCxn id="136" idx="3"/>
              <a:endCxn id="151" idx="1"/>
            </p:cNvCxnSpPr>
            <p:nvPr userDrawn="1"/>
          </p:nvCxnSpPr>
          <p:spPr>
            <a:xfrm>
              <a:off x="7830089" y="2601865"/>
              <a:ext cx="465177" cy="29248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D5AA8A-A45A-9776-A98C-B4AE24E4F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0527" y="2591227"/>
              <a:ext cx="0" cy="444867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0B8FF83-E3BC-D966-D239-4D784EB2B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433387" y="1670636"/>
              <a:ext cx="3621024" cy="910518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3B3B71-8843-CF0E-F8EF-7A1271C4A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433386" y="3032759"/>
              <a:ext cx="3621024" cy="304418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1CFEBA-F1D6-1D2F-A1B7-FDEA54DFE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3388" y="3572473"/>
              <a:ext cx="15716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804F7F1-57CD-71DB-4415-A4D688CE5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3388" y="4549589"/>
              <a:ext cx="15716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D2112C-999B-0D97-9CB0-EB8109011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3388" y="5526705"/>
              <a:ext cx="157162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18C56B5-718A-AC05-D836-5229A01D8AC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 userDrawn="1"/>
          </p:nvSpPr>
          <p:spPr>
            <a:xfrm>
              <a:off x="590529" y="3138133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A4F066E-E4DC-64F0-0ECA-224686E5F720}"/>
                </a:ext>
              </a:extLst>
            </p:cNvPr>
            <p:cNvSpPr/>
            <p:nvPr userDrawn="1"/>
          </p:nvSpPr>
          <p:spPr>
            <a:xfrm>
              <a:off x="590529" y="4115249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7BB006-7017-5178-6EE4-BB29EFC5AE69}"/>
                </a:ext>
              </a:extLst>
            </p:cNvPr>
            <p:cNvSpPr/>
            <p:nvPr userDrawn="1"/>
          </p:nvSpPr>
          <p:spPr>
            <a:xfrm>
              <a:off x="590529" y="5092365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799FEC5-440F-DB9C-4439-820D2DDA7027}"/>
                </a:ext>
              </a:extLst>
            </p:cNvPr>
            <p:cNvSpPr/>
            <p:nvPr userDrawn="1"/>
          </p:nvSpPr>
          <p:spPr>
            <a:xfrm>
              <a:off x="4496318" y="2167525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68554AA-A886-609B-FE06-DFA1262890D7}"/>
                </a:ext>
              </a:extLst>
            </p:cNvPr>
            <p:cNvSpPr/>
            <p:nvPr userDrawn="1"/>
          </p:nvSpPr>
          <p:spPr>
            <a:xfrm>
              <a:off x="4496318" y="3138133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E4FE78-DCAF-9601-3B2B-125348D2DA61}"/>
                </a:ext>
              </a:extLst>
            </p:cNvPr>
            <p:cNvSpPr/>
            <p:nvPr userDrawn="1"/>
          </p:nvSpPr>
          <p:spPr>
            <a:xfrm>
              <a:off x="4496318" y="4115249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A180A1D-B2FF-91D8-8348-D241D9D99FC8}"/>
                </a:ext>
              </a:extLst>
            </p:cNvPr>
            <p:cNvSpPr/>
            <p:nvPr userDrawn="1"/>
          </p:nvSpPr>
          <p:spPr>
            <a:xfrm>
              <a:off x="4496318" y="5092365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41B5E44-D0C0-6307-13C6-34AEAEF9271B}"/>
                </a:ext>
              </a:extLst>
            </p:cNvPr>
            <p:cNvSpPr/>
            <p:nvPr userDrawn="1"/>
          </p:nvSpPr>
          <p:spPr>
            <a:xfrm>
              <a:off x="8295266" y="2167525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FCDC84B4-BF53-2DB3-2F7C-225A72A926C1}"/>
                </a:ext>
              </a:extLst>
            </p:cNvPr>
            <p:cNvSpPr/>
            <p:nvPr userDrawn="1"/>
          </p:nvSpPr>
          <p:spPr>
            <a:xfrm>
              <a:off x="8295266" y="3138133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FC82B9C-3BFC-4FA5-606E-3E06B6613C89}"/>
                </a:ext>
              </a:extLst>
            </p:cNvPr>
            <p:cNvSpPr/>
            <p:nvPr userDrawn="1"/>
          </p:nvSpPr>
          <p:spPr>
            <a:xfrm>
              <a:off x="8295266" y="4115249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2ECE3CF-7EE8-E288-D6A7-193C21EE3916}"/>
                </a:ext>
              </a:extLst>
            </p:cNvPr>
            <p:cNvSpPr/>
            <p:nvPr userDrawn="1"/>
          </p:nvSpPr>
          <p:spPr>
            <a:xfrm>
              <a:off x="8295266" y="5092365"/>
              <a:ext cx="3333771" cy="868680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Organizational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EFBEB8-5EC2-43D8-7347-FD1F6E6D4CE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28623" y="1323102"/>
            <a:ext cx="3621024" cy="246221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1400">
                <a:latin typeface="+mj-lt"/>
              </a:defRPr>
            </a:lvl1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B0BDD5-63F4-3E72-BDE3-1523CA58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12"/>
          </p:nvPr>
        </p:nvSpPr>
        <p:spPr>
          <a:xfrm>
            <a:off x="517923" y="1762159"/>
            <a:ext cx="727472" cy="727472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F07D23FC-F816-2ACD-9BB6-8B4F4A2F773A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50229" y="1737275"/>
            <a:ext cx="2596738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3F5F348-9BA5-D049-2A97-79B46D552C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28623" y="2707712"/>
            <a:ext cx="3383280" cy="246221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0812BA0-53B3-D14C-4335-E16230815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16"/>
          </p:nvPr>
        </p:nvSpPr>
        <p:spPr>
          <a:xfrm>
            <a:off x="661113" y="3206713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2FDFADD-09F8-480A-C438-46B841A73F05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504287" y="3183853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81F1C53A-FD91-A166-8127-D11F7959B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18"/>
          </p:nvPr>
        </p:nvSpPr>
        <p:spPr>
          <a:xfrm>
            <a:off x="661113" y="4183829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165DD077-F6B8-467F-772B-56F5FBA01588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504287" y="4160969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C7738B5-50FD-A42F-1BCF-CF7340F10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20"/>
          </p:nvPr>
        </p:nvSpPr>
        <p:spPr>
          <a:xfrm>
            <a:off x="661113" y="5160945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AFAAB85-366F-512B-302A-D3D97931D8F9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504287" y="5138085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A4016C55-BC90-5C30-11A9-6B337DAC0A9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340144" y="1323102"/>
            <a:ext cx="7426406" cy="246221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14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44858C65-06DA-B4A7-4A89-1473891D5680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496318" y="1797665"/>
            <a:ext cx="3337560" cy="246221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Sub-team name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B5AC177-7EE2-FFFB-6431-6F1ABCAE2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23"/>
          </p:nvPr>
        </p:nvSpPr>
        <p:spPr>
          <a:xfrm>
            <a:off x="4567755" y="2236105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EFDAB5F1-0CF9-8ACE-C9BE-23C0A19EC334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424711" y="2213245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3C63F2F2-F2AE-9A78-12BC-69037BFEE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26"/>
          </p:nvPr>
        </p:nvSpPr>
        <p:spPr>
          <a:xfrm>
            <a:off x="4567755" y="3206713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DC3AE717-2F15-1481-2D99-88141D30BCAF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424711" y="3183853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862E2C9-2BEE-E10B-6297-44CC739C1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28"/>
          </p:nvPr>
        </p:nvSpPr>
        <p:spPr>
          <a:xfrm>
            <a:off x="4567755" y="4183829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4BEB9F4A-751F-EF43-E9CE-48E503B05601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424711" y="4160969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594C80DB-2D50-A87B-2ED2-09183D49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30"/>
          </p:nvPr>
        </p:nvSpPr>
        <p:spPr>
          <a:xfrm>
            <a:off x="4567755" y="5160945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52FB666B-C90C-9842-4D5D-A7CBEDDCBA19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424711" y="5138085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A17170B6-51B8-B4DB-4902-7E77055393DA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8295266" y="1797665"/>
            <a:ext cx="3337560" cy="246221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Sub-team name</a:t>
            </a:r>
          </a:p>
        </p:txBody>
      </p:sp>
      <p:sp>
        <p:nvSpPr>
          <p:cNvPr id="66" name="Picture Placeholder 9">
            <a:extLst>
              <a:ext uri="{FF2B5EF4-FFF2-40B4-BE49-F238E27FC236}">
                <a16:creationId xmlns:a16="http://schemas.microsoft.com/office/drawing/2014/main" id="{CD8C94D3-25E6-AC72-C43C-EC84DBCF2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32"/>
          </p:nvPr>
        </p:nvSpPr>
        <p:spPr>
          <a:xfrm>
            <a:off x="8385680" y="2236105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EC9D4DBF-905D-9298-2F8B-17D02F713EB0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9242636" y="2213245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68" name="Picture Placeholder 9">
            <a:extLst>
              <a:ext uri="{FF2B5EF4-FFF2-40B4-BE49-F238E27FC236}">
                <a16:creationId xmlns:a16="http://schemas.microsoft.com/office/drawing/2014/main" id="{D8A0B903-445A-04D2-9051-997BD4B78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34"/>
          </p:nvPr>
        </p:nvSpPr>
        <p:spPr>
          <a:xfrm>
            <a:off x="8385680" y="3206713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82AABC4F-DA0D-1B6C-F10D-7912F3E22EA7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242636" y="3183853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70" name="Picture Placeholder 9">
            <a:extLst>
              <a:ext uri="{FF2B5EF4-FFF2-40B4-BE49-F238E27FC236}">
                <a16:creationId xmlns:a16="http://schemas.microsoft.com/office/drawing/2014/main" id="{AE20F12B-3F12-CE55-A442-7C33547A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36"/>
          </p:nvPr>
        </p:nvSpPr>
        <p:spPr>
          <a:xfrm>
            <a:off x="8385680" y="4183829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94BDEC68-8B99-777A-CEDA-84311C5BB236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9242636" y="4160969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72" name="Picture Placeholder 9">
            <a:extLst>
              <a:ext uri="{FF2B5EF4-FFF2-40B4-BE49-F238E27FC236}">
                <a16:creationId xmlns:a16="http://schemas.microsoft.com/office/drawing/2014/main" id="{A8339BD8-8A5D-A7E3-3FA9-9B8F33AF6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pic" sz="quarter" idx="38"/>
          </p:nvPr>
        </p:nvSpPr>
        <p:spPr>
          <a:xfrm>
            <a:off x="8385680" y="5160945"/>
            <a:ext cx="731520" cy="7315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91A2C454-6D2E-AEEA-3CC4-F6D6F4EBA57B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9242636" y="5138085"/>
            <a:ext cx="2331720" cy="777240"/>
          </a:xfrm>
          <a:ln w="19050">
            <a:noFill/>
          </a:ln>
        </p:spPr>
        <p:txBody>
          <a:bodyPr wrap="none" lIns="0" anchor="ctr">
            <a:noAutofit/>
          </a:bodyPr>
          <a:lstStyle>
            <a:lvl1pPr marL="0" indent="0" algn="l">
              <a:spcAft>
                <a:spcPts val="0"/>
              </a:spcAft>
              <a:buNone/>
              <a:defRPr sz="1200">
                <a:latin typeface="+mj-lt"/>
              </a:defRPr>
            </a:lvl1pPr>
            <a:lvl2pPr marL="0" indent="0">
              <a:spcAft>
                <a:spcPts val="0"/>
              </a:spcAft>
              <a:buNone/>
              <a:defRPr sz="1200">
                <a:latin typeface="+mn-lt"/>
              </a:defRPr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BCF086-E0BB-3B67-3C11-E0716AC53D0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0830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F1980C0-6A48-0964-29D9-8CE2BAC63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376980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7094047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45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F1980C0-6A48-0964-29D9-8CE2BAC63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581912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7094047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Image 1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9D6B90B9-6A76-3788-9371-19822F5BA2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591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F1980C0-6A48-0964-29D9-8CE2BAC63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581912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7094047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Image 1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A3A7350B-E2FE-D1F9-CF21-B47CA2AFB3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443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F1980C0-6A48-0964-29D9-8CE2BAC63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618488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7094047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3" name="Image 2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E1B34D2D-832E-142F-E341-169B9898C8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561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572768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8122" y="2669997"/>
            <a:ext cx="5239512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1A63B0-F56F-4FFC-27C3-566A79317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2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581912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8122" y="2669997"/>
            <a:ext cx="5239512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E14169-5DA2-05CD-4E0B-FFA9D622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2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D884225D-CCB5-6D90-3FBB-C30A69AC52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7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499616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8122" y="2669997"/>
            <a:ext cx="5239512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E4E7D65-52B3-610C-1413-747405523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2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FFDDF2B1-55FE-CFFC-BDFB-F0CACA50E1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374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600200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08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8122" y="2669997"/>
            <a:ext cx="5239512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4490CF5-6E1C-B670-6877-0573039B7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pic>
        <p:nvPicPr>
          <p:cNvPr id="4" name="Image 3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9F4CED21-5D3D-3A40-7459-A158B25D4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41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47457B-1BAA-07D6-5533-5602F3764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6E971FD5-44A1-DFD7-5CAE-AE2F9A67A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34000" y="3429000"/>
              <a:ext cx="3429000" cy="3429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E8FF695-DA70-72B7-7FCB-B03764695C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8763000" y="0"/>
              <a:ext cx="3429000" cy="3429000"/>
            </a:xfrm>
            <a:prstGeom prst="rect">
              <a:avLst/>
            </a:prstGeom>
          </p:spPr>
        </p:pic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591056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09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6812280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7142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2F82A12-00BD-E5BC-6150-78237533B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875FE9B1-776A-FD80-F50D-0BC55D3E41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34000" y="3429000"/>
              <a:ext cx="3429000" cy="3429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35F74F3-7759-C46C-C97D-B71F33E53E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8763000" y="0"/>
              <a:ext cx="3429000" cy="3429000"/>
            </a:xfrm>
            <a:prstGeom prst="rect">
              <a:avLst/>
            </a:prstGeom>
          </p:spPr>
        </p:pic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380744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10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6812280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6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2CD7940D-9631-D77B-52AA-0DFFE02F5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238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CDB6E9-7750-80C4-3499-B30263BF1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83B106FD-F518-D49F-A7FE-01216452D8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34000" y="3429000"/>
              <a:ext cx="3429000" cy="3429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68E8A64C-3291-2AC4-6FED-865DB127F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8763000" y="0"/>
              <a:ext cx="3429000" cy="3429000"/>
            </a:xfrm>
            <a:prstGeom prst="rect">
              <a:avLst/>
            </a:prstGeom>
          </p:spPr>
        </p:pic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024128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11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6812280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6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4CD92679-09A5-97BD-3044-6E12FFB90E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744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767D5C2-9986-CD8F-00AE-75139A4AF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2CA64CC4-4124-A2D6-1C55-8136B44A89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34000" y="3429000"/>
              <a:ext cx="3429000" cy="3429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C106A42-60D3-8E3F-CCE8-EE6AEEE496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 flipH="1">
              <a:off x="8763000" y="0"/>
              <a:ext cx="3429000" cy="3429000"/>
            </a:xfrm>
            <a:prstGeom prst="rect">
              <a:avLst/>
            </a:prstGeom>
          </p:spPr>
        </p:pic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98" y="389618"/>
            <a:ext cx="1225296" cy="1477328"/>
          </a:xfrm>
        </p:spPr>
        <p:txBody>
          <a:bodyPr/>
          <a:lstStyle>
            <a:lvl1pPr>
              <a:spcAft>
                <a:spcPts val="300"/>
              </a:spcAft>
              <a:defRPr lang="en-US" sz="9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12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6976" y="1866946"/>
            <a:ext cx="6812280" cy="1929683"/>
          </a:xfrm>
        </p:spPr>
        <p:txBody>
          <a:bodyPr/>
          <a:lstStyle>
            <a:lvl1pPr marL="0" indent="0">
              <a:buNone/>
              <a:defRPr sz="54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5AE5FC5D-9FC3-FFFD-D4D3-5589BB12B008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6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FCBB987B-4BC6-035E-E019-35F5ABFACD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044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B4AB316-183C-82C5-C1A7-C4659A85C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89525" y="522525"/>
            <a:ext cx="5812951" cy="5812951"/>
            <a:chOff x="6364404" y="688572"/>
            <a:chExt cx="5398971" cy="539897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CBB66C1-6853-8EB3-75B2-B940DFD44C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8FE0FFE-617B-11DD-4D76-3FF2529238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5482" y="2731826"/>
            <a:ext cx="3421036" cy="1394348"/>
          </a:xfrm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Questions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6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8E44666C-4D02-B3C0-6754-BD4FC75480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756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A606E8-B755-D267-3334-BB72D31CE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37E38E8-ADCB-8E97-E61A-DDC65AF315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0" y="3474720"/>
              <a:ext cx="3383280" cy="338328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4E82305-2CFC-B442-7D06-48C49A6D0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8808720" y="1"/>
              <a:ext cx="3383280" cy="338328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678310"/>
            <a:ext cx="3784561" cy="830997"/>
          </a:xfrm>
        </p:spPr>
        <p:txBody>
          <a:bodyPr wrap="non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E6D97E-7A6D-5A28-FF0A-4786C4075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4" y="1691640"/>
            <a:ext cx="3784561" cy="1190456"/>
          </a:xfrm>
        </p:spPr>
        <p:txBody>
          <a:bodyPr wrap="none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For more information please contact:</a:t>
            </a:r>
            <a:br>
              <a:rPr lang="en-US"/>
            </a:br>
            <a:r>
              <a:rPr lang="en-US"/>
              <a:t>T+ 33 1 98765432</a:t>
            </a:r>
            <a:br>
              <a:rPr lang="en-US"/>
            </a:br>
            <a:r>
              <a:rPr lang="en-US"/>
              <a:t>M+ 33 6 44445678</a:t>
            </a:r>
            <a:br>
              <a:rPr lang="en-US"/>
            </a:br>
            <a:r>
              <a:rPr lang="en-US"/>
              <a:t>firstname.lastname@atos.net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3511965" y="5580669"/>
            <a:ext cx="35873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April 2024.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9A80A2F-D5E3-6F7F-C1EB-15EBCE6C6CAC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04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ith Q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96AC93-851F-8873-EB9F-A167B6F3D50B}"/>
              </a:ext>
            </a:extLst>
          </p:cNvPr>
          <p:cNvSpPr/>
          <p:nvPr userDrawn="1"/>
        </p:nvSpPr>
        <p:spPr>
          <a:xfrm>
            <a:off x="4967288" y="678310"/>
            <a:ext cx="2194560" cy="2194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A606E8-B755-D267-3334-BB72D31CE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B37E38E8-ADCB-8E97-E61A-DDC65AF315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0" y="3474720"/>
              <a:ext cx="3383280" cy="338328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4E82305-2CFC-B442-7D06-48C49A6D0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8808720" y="1"/>
              <a:ext cx="3383280" cy="338328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678310"/>
            <a:ext cx="3784561" cy="830997"/>
          </a:xfrm>
        </p:spPr>
        <p:txBody>
          <a:bodyPr wrap="non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E6D97E-7A6D-5A28-FF0A-4786C4075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4" y="1691640"/>
            <a:ext cx="3784561" cy="1190456"/>
          </a:xfrm>
        </p:spPr>
        <p:txBody>
          <a:bodyPr wrap="none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For more information please contact:</a:t>
            </a:r>
            <a:br>
              <a:rPr lang="en-US"/>
            </a:br>
            <a:r>
              <a:rPr lang="en-US"/>
              <a:t>T+ 33 1 98765432</a:t>
            </a:r>
            <a:br>
              <a:rPr lang="en-US"/>
            </a:br>
            <a:r>
              <a:rPr lang="en-US"/>
              <a:t>M+ 33 6 44445678</a:t>
            </a:r>
            <a:br>
              <a:rPr lang="en-US"/>
            </a:br>
            <a:r>
              <a:rPr lang="en-US"/>
              <a:t>firstname.lastname@atos.net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3511965" y="5580669"/>
            <a:ext cx="35873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January 2024.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9A80A2F-D5E3-6F7F-C1EB-15EBCE6C6CAC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64728D3-787C-00B9-69B8-1EF2872881D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035868" y="746890"/>
            <a:ext cx="2057400" cy="2057400"/>
          </a:xfrm>
        </p:spPr>
        <p:txBody>
          <a:bodyPr tIns="1097280" bIns="0" anchor="ctr"/>
          <a:lstStyle>
            <a:lvl1pPr marL="0" indent="0" algn="ctr">
              <a:buNone/>
              <a:defRPr sz="14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icon to add QR Code</a:t>
            </a:r>
            <a:endParaRPr lang="en-US"/>
          </a:p>
        </p:txBody>
      </p:sp>
      <p:pic>
        <p:nvPicPr>
          <p:cNvPr id="4" name="Image 3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BCDE9174-F89A-C892-8D5F-0657ACC518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8849056" y="6209968"/>
            <a:ext cx="1919615" cy="4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874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10336696" y="5860799"/>
            <a:ext cx="1638970" cy="501180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0" name="Image 9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15D959AD-C270-4479-1DF9-182F520F67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243783"/>
              </a:clrFrom>
              <a:clrTo>
                <a:srgbClr val="24378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 t="35710" r="3106" b="33449"/>
          <a:stretch>
            <a:fillRect/>
          </a:stretch>
        </p:blipFill>
        <p:spPr>
          <a:xfrm>
            <a:off x="7195185" y="5757170"/>
            <a:ext cx="3045953" cy="7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71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51749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C272-5DD8-0DF4-A94F-00DC3436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C401-8EDC-0866-0199-63124BBB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5A24E-BFD9-9A6D-2CF9-5B50122E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1ED0-4544-404A-874C-F39A7F1A4428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125E7-562D-2DE7-A6CC-C138A955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8FD3-44C5-636C-8F69-F21F7574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FCEC4-D358-49D9-B8D7-4A5681DD7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7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420355"/>
            <a:ext cx="27699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C95FD47-5D5D-CF7D-07B8-ABFE4BCD951D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03B966-2FD0-2AEC-3462-7695129BF3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639" y="6261372"/>
            <a:ext cx="1934817" cy="41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80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82" r:id="rId6"/>
    <p:sldLayoutId id="2147483783" r:id="rId7"/>
    <p:sldLayoutId id="2147483650" r:id="rId8"/>
    <p:sldLayoutId id="2147483693" r:id="rId9"/>
    <p:sldLayoutId id="2147483751" r:id="rId10"/>
    <p:sldLayoutId id="2147483752" r:id="rId11"/>
    <p:sldLayoutId id="2147483753" r:id="rId12"/>
    <p:sldLayoutId id="2147483695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656" r:id="rId22"/>
    <p:sldLayoutId id="2147483746" r:id="rId23"/>
    <p:sldLayoutId id="2147483655" r:id="rId24"/>
    <p:sldLayoutId id="2147483696" r:id="rId25"/>
    <p:sldLayoutId id="2147483697" r:id="rId26"/>
    <p:sldLayoutId id="2147483722" r:id="rId27"/>
    <p:sldLayoutId id="2147483699" r:id="rId28"/>
    <p:sldLayoutId id="2147483703" r:id="rId29"/>
    <p:sldLayoutId id="2147483701" r:id="rId30"/>
    <p:sldLayoutId id="2147483702" r:id="rId31"/>
    <p:sldLayoutId id="2147483704" r:id="rId32"/>
    <p:sldLayoutId id="2147483707" r:id="rId33"/>
    <p:sldLayoutId id="2147483706" r:id="rId34"/>
    <p:sldLayoutId id="2147483705" r:id="rId35"/>
    <p:sldLayoutId id="2147483708" r:id="rId36"/>
    <p:sldLayoutId id="2147483709" r:id="rId37"/>
    <p:sldLayoutId id="2147483724" r:id="rId38"/>
    <p:sldLayoutId id="2147483712" r:id="rId39"/>
    <p:sldLayoutId id="2147483737" r:id="rId40"/>
    <p:sldLayoutId id="2147483739" r:id="rId41"/>
    <p:sldLayoutId id="2147483738" r:id="rId42"/>
    <p:sldLayoutId id="2147483729" r:id="rId43"/>
    <p:sldLayoutId id="2147483730" r:id="rId44"/>
    <p:sldLayoutId id="2147483731" r:id="rId45"/>
    <p:sldLayoutId id="2147483727" r:id="rId46"/>
    <p:sldLayoutId id="2147483750" r:id="rId47"/>
    <p:sldLayoutId id="2147483786" r:id="rId48"/>
    <p:sldLayoutId id="2147483785" r:id="rId49"/>
    <p:sldLayoutId id="2147483788" r:id="rId50"/>
    <p:sldLayoutId id="2147483790" r:id="rId51"/>
    <p:sldLayoutId id="2147483770" r:id="rId52"/>
    <p:sldLayoutId id="2147483771" r:id="rId53"/>
    <p:sldLayoutId id="2147483772" r:id="rId54"/>
    <p:sldLayoutId id="2147483773" r:id="rId55"/>
    <p:sldLayoutId id="2147483774" r:id="rId56"/>
    <p:sldLayoutId id="2147483775" r:id="rId57"/>
    <p:sldLayoutId id="2147483776" r:id="rId58"/>
    <p:sldLayoutId id="2147483777" r:id="rId59"/>
    <p:sldLayoutId id="2147483781" r:id="rId60"/>
    <p:sldLayoutId id="2147483780" r:id="rId61"/>
    <p:sldLayoutId id="2147483779" r:id="rId62"/>
    <p:sldLayoutId id="2147483778" r:id="rId63"/>
    <p:sldLayoutId id="2147483748" r:id="rId64"/>
    <p:sldLayoutId id="2147483664" r:id="rId65"/>
    <p:sldLayoutId id="2147483787" r:id="rId66"/>
    <p:sldLayoutId id="2147483791" r:id="rId67"/>
    <p:sldLayoutId id="2147483793" r:id="rId68"/>
    <p:sldLayoutId id="2147483796" r:id="rId6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 userDrawn="1">
          <p15:clr>
            <a:srgbClr val="F26B43"/>
          </p15:clr>
        </p15:guide>
        <p15:guide id="2" pos="270" userDrawn="1">
          <p15:clr>
            <a:srgbClr val="F26B43"/>
          </p15:clr>
        </p15:guide>
        <p15:guide id="3" pos="7412" userDrawn="1">
          <p15:clr>
            <a:srgbClr val="F26B43"/>
          </p15:clr>
        </p15:guide>
        <p15:guide id="4" orient="horz" pos="91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F71E80-0B44-2E82-F8AF-7C7FA55D12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9140" y="2267835"/>
            <a:ext cx="7289346" cy="133533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4400" dirty="0">
                <a:solidFill>
                  <a:schemeClr val="bg1"/>
                </a:solidFill>
                <a:ea typeface="+mn-ea"/>
                <a:cs typeface="+mn-cs"/>
              </a:rPr>
              <a:t>Sentinel AI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4E04B6-C876-D9ED-808E-80B1AEAA3E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140" y="3429000"/>
            <a:ext cx="6124574" cy="175735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Stellantis – Atos </a:t>
            </a:r>
          </a:p>
          <a:p>
            <a:r>
              <a:rPr lang="en-US" dirty="0"/>
              <a:t>Connected Vehicles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2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0C9C-3149-F82C-6482-F3972478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E05FB17-E2DC-ED9C-7D15-9CE79E6133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512FE08-6956-5F04-9136-D92139C30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b="1" dirty="0"/>
              <a:t>The Challenge</a:t>
            </a:r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60FC394-71BA-6F24-2626-27E37F3A68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54745" y="2233273"/>
            <a:ext cx="395942" cy="369332"/>
          </a:xfrm>
        </p:spPr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8E7EA76-E392-C903-D553-AE08E17770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4348" y="2233273"/>
            <a:ext cx="7521210" cy="822960"/>
          </a:xfrm>
        </p:spPr>
        <p:txBody>
          <a:bodyPr/>
          <a:lstStyle/>
          <a:p>
            <a:r>
              <a:rPr lang="en-IN" b="1" dirty="0"/>
              <a:t>The Opportunity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F3395F3-5B6B-AA27-6C0E-4730B6F5B5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4745" y="2992479"/>
            <a:ext cx="397545" cy="369332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A4124A3-4338-5EC1-E088-EC53B057AFC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4348" y="2992479"/>
            <a:ext cx="7521210" cy="822960"/>
          </a:xfrm>
        </p:spPr>
        <p:txBody>
          <a:bodyPr/>
          <a:lstStyle/>
          <a:p>
            <a:r>
              <a:rPr lang="en-IN" b="1" dirty="0"/>
              <a:t>Introducing </a:t>
            </a:r>
            <a:r>
              <a:rPr lang="en-IN" b="1" dirty="0" err="1"/>
              <a:t>SentinelAI</a:t>
            </a:r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7A32422F-D635-5300-CA0F-A8D359853B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54745" y="5361907"/>
            <a:ext cx="399148" cy="369332"/>
          </a:xfrm>
        </p:spPr>
        <p:txBody>
          <a:bodyPr/>
          <a:lstStyle/>
          <a:p>
            <a:r>
              <a:rPr lang="en-US" dirty="0"/>
              <a:t>06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1D4643C-E66B-BA48-A322-1203F1D7EA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674348" y="5361907"/>
            <a:ext cx="7521210" cy="822960"/>
          </a:xfrm>
        </p:spPr>
        <p:txBody>
          <a:bodyPr/>
          <a:lstStyle/>
          <a:p>
            <a:r>
              <a:rPr lang="en-IN" b="1" dirty="0"/>
              <a:t>Future Vision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F045402-5CF3-15FE-88B8-694742261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785C2C9A-9B56-943E-A1C6-3DC15DDB451D}"/>
              </a:ext>
            </a:extLst>
          </p:cNvPr>
          <p:cNvSpPr txBox="1">
            <a:spLocks/>
          </p:cNvSpPr>
          <p:nvPr/>
        </p:nvSpPr>
        <p:spPr>
          <a:xfrm>
            <a:off x="2954745" y="3779230"/>
            <a:ext cx="403957" cy="3693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04</a:t>
            </a:r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E2885200-9774-C7A3-FC8D-95C6554F9DEC}"/>
              </a:ext>
            </a:extLst>
          </p:cNvPr>
          <p:cNvSpPr txBox="1">
            <a:spLocks/>
          </p:cNvSpPr>
          <p:nvPr/>
        </p:nvSpPr>
        <p:spPr>
          <a:xfrm>
            <a:off x="3674348" y="3779230"/>
            <a:ext cx="7521210" cy="82296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Biennale Medium" panose="00000600000000000000" pitchFamily="2" charset="0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Overview - </a:t>
            </a:r>
            <a:r>
              <a:rPr lang="en-IN" b="1" dirty="0" err="1"/>
              <a:t>SentinelAI</a:t>
            </a:r>
            <a:endParaRPr lang="en-US" dirty="0"/>
          </a:p>
        </p:txBody>
      </p:sp>
      <p:sp>
        <p:nvSpPr>
          <p:cNvPr id="6" name="Text Placeholder 38">
            <a:extLst>
              <a:ext uri="{FF2B5EF4-FFF2-40B4-BE49-F238E27FC236}">
                <a16:creationId xmlns:a16="http://schemas.microsoft.com/office/drawing/2014/main" id="{82BE5457-7580-FE0C-FFA8-E0071EBB9191}"/>
              </a:ext>
            </a:extLst>
          </p:cNvPr>
          <p:cNvSpPr txBox="1">
            <a:spLocks/>
          </p:cNvSpPr>
          <p:nvPr/>
        </p:nvSpPr>
        <p:spPr>
          <a:xfrm>
            <a:off x="2954745" y="4588673"/>
            <a:ext cx="392736" cy="36933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05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978204CB-5CF1-F6BE-078B-79266FA25B28}"/>
              </a:ext>
            </a:extLst>
          </p:cNvPr>
          <p:cNvSpPr txBox="1">
            <a:spLocks/>
          </p:cNvSpPr>
          <p:nvPr/>
        </p:nvSpPr>
        <p:spPr>
          <a:xfrm>
            <a:off x="3674348" y="4588673"/>
            <a:ext cx="7521210" cy="82296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Biennale Medium" panose="00000600000000000000" pitchFamily="2" charset="0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0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DA84-698D-5744-0018-4C072D984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018E-414C-0DA1-5B83-AE167BA3D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Challenge</a:t>
            </a:r>
            <a:r>
              <a:rPr lang="en-IN" dirty="0"/>
              <a:t> - </a:t>
            </a:r>
            <a:r>
              <a:rPr lang="en-IN" b="1" dirty="0"/>
              <a:t>Current Operational Pain Points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AD5E9-D87A-83FC-0100-4EFC67BC1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Overcoming inefficiencies in modern incident response 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5CE15-865A-DBB6-B1A5-25674B668E0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IN" b="1" dirty="0"/>
              <a:t>Slow &amp; Manual Investigation:</a:t>
            </a:r>
            <a:r>
              <a:rPr lang="en-IN" dirty="0"/>
              <a:t> </a:t>
            </a:r>
            <a:r>
              <a:rPr lang="en-IN" sz="1400" dirty="0"/>
              <a:t>On-call engineers manually grep logs, craft Kibana DSL queries, and correlate timestamps across multiple browser tabs for every incident</a:t>
            </a:r>
            <a:endParaRPr lang="en-IN" sz="1400" b="1" dirty="0"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AD86C1-0A70-31D5-720E-6B4EE86B5D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The Incident Time Drain: </a:t>
            </a:r>
            <a:r>
              <a:rPr lang="en-US" sz="1200" b="1" dirty="0">
                <a:latin typeface="+mn-lt"/>
              </a:rPr>
              <a:t>On-call engineers spend 40–60% of incident response time manually querying ELK, correlating signals, and writing post-incident Root Cause Analyses (RCAs)</a:t>
            </a:r>
            <a:endParaRPr lang="en-IN" sz="1200" dirty="0">
              <a:latin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4ED3B9-7BA9-8F4A-602D-429EF296A0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 b="1" dirty="0">
                <a:latin typeface="+mn-lt"/>
              </a:rPr>
              <a:t>Knowledge Silos &amp; Repetitive Work: </a:t>
            </a:r>
            <a:r>
              <a:rPr lang="en-US" sz="1400" dirty="0">
                <a:latin typeface="+mn-lt"/>
              </a:rPr>
              <a:t>Senior engineers carry tribal knowledge while junior engineers struggle with ELK/Kafka query syntax and miss key signals. Similar failures are investigated from scratch every rotation because past incidents are not indexed or searchable</a:t>
            </a:r>
            <a:r>
              <a:rPr lang="en-GB" dirty="0">
                <a:latin typeface="+mn-lt"/>
              </a:rPr>
              <a:t>.</a:t>
            </a:r>
            <a:endParaRPr lang="en-IN" dirty="0">
              <a:latin typeface="+mn-l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C0113F-C000-D934-071E-C51D24D6D22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RCA Bottleneck: </a:t>
            </a:r>
            <a:r>
              <a:rPr lang="en-US" sz="1400" b="1" dirty="0">
                <a:latin typeface="+mn-lt"/>
              </a:rPr>
              <a:t>Post-incident RCAs are written hours or days later relying on fading memory, or are skipped entirely under time pressure</a:t>
            </a:r>
            <a:r>
              <a:rPr lang="en-GB" dirty="0">
                <a:latin typeface="+mn-lt"/>
              </a:rPr>
              <a:t>.</a:t>
            </a:r>
            <a:endParaRPr lang="en-IN" dirty="0">
              <a:latin typeface="+mn-lt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AAD1A-88A7-87F8-24DC-D90C8FF42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3</a:t>
            </a:fld>
            <a:endParaRPr lang="nl-NL"/>
          </a:p>
        </p:txBody>
      </p:sp>
      <p:pic>
        <p:nvPicPr>
          <p:cNvPr id="25" name="Image 34" descr="Turtle with solid fill">
            <a:extLst>
              <a:ext uri="{FF2B5EF4-FFF2-40B4-BE49-F238E27FC236}">
                <a16:creationId xmlns:a16="http://schemas.microsoft.com/office/drawing/2014/main" id="{BED681ED-6551-9FCE-9EFD-6CAA62E8B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81293" y="1607502"/>
            <a:ext cx="828000" cy="828000"/>
          </a:xfrm>
          <a:prstGeom prst="rect">
            <a:avLst/>
          </a:prstGeom>
        </p:spPr>
      </p:pic>
      <p:pic>
        <p:nvPicPr>
          <p:cNvPr id="29" name="Image 3" descr="Speedometer Low with solid fill">
            <a:extLst>
              <a:ext uri="{FF2B5EF4-FFF2-40B4-BE49-F238E27FC236}">
                <a16:creationId xmlns:a16="http://schemas.microsoft.com/office/drawing/2014/main" id="{0BAEF496-70B2-D8EF-0DD0-141662DAF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1988" y="2702039"/>
            <a:ext cx="708423" cy="828000"/>
          </a:xfrm>
          <a:prstGeom prst="rect">
            <a:avLst/>
          </a:prstGeom>
        </p:spPr>
      </p:pic>
      <p:pic>
        <p:nvPicPr>
          <p:cNvPr id="31" name="Image 7" descr="Scientific Thought with solid fill">
            <a:extLst>
              <a:ext uri="{FF2B5EF4-FFF2-40B4-BE49-F238E27FC236}">
                <a16:creationId xmlns:a16="http://schemas.microsoft.com/office/drawing/2014/main" id="{EB8C8F40-C16E-4916-4BBC-96A91CE78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1942" y="3944217"/>
            <a:ext cx="828000" cy="828000"/>
          </a:xfrm>
          <a:prstGeom prst="rect">
            <a:avLst/>
          </a:prstGeom>
        </p:spPr>
      </p:pic>
      <p:pic>
        <p:nvPicPr>
          <p:cNvPr id="33" name="Image 12" descr="Bottle with solid fill">
            <a:extLst>
              <a:ext uri="{FF2B5EF4-FFF2-40B4-BE49-F238E27FC236}">
                <a16:creationId xmlns:a16="http://schemas.microsoft.com/office/drawing/2014/main" id="{AE60F05D-B727-6A23-0900-62F5A6C30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5400000">
            <a:off x="551567" y="4989272"/>
            <a:ext cx="96213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5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9EF9-FEC1-270C-20E3-3BD40E2B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Opportunity – Why an AI Layer on Top of Observability?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1DC5F-2E66-E878-3C9A-A50DE5C20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Moving from raw operational signals to automated reasoning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5CA9B-5A63-80BC-0E39-038BE6E62D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AIOps</a:t>
            </a:r>
            <a:r>
              <a:rPr lang="en-IN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975CD-BA3B-DFAC-5D30-5B4AABF4508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AIOps Paradigm Shift: </a:t>
            </a:r>
            <a:r>
              <a:rPr lang="en-US" sz="1400" dirty="0"/>
              <a:t>Observability data is raw signal, not direct insight. </a:t>
            </a:r>
            <a:r>
              <a:rPr lang="en-US" sz="1400" dirty="0" err="1"/>
              <a:t>SentinelAI</a:t>
            </a:r>
            <a:r>
              <a:rPr lang="en-US" sz="1400" dirty="0"/>
              <a:t> provides an AI-assisted layer that turns logs and raw observability data into summaries, hypotheses, and recommended actions.</a:t>
            </a:r>
            <a:endParaRPr lang="en-IN" sz="1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D00F0E-C2B3-357A-A202-8DC55822B9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MTTR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5B7BC0-8A8C-7119-10DD-93D51B21977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Proven Market Results: </a:t>
            </a:r>
            <a:r>
              <a:rPr lang="en-US" sz="1400" dirty="0"/>
              <a:t>Early adopters of AI copilots embedded in observability platforms report a </a:t>
            </a:r>
            <a:r>
              <a:rPr lang="en-US" sz="1400" b="1" dirty="0"/>
              <a:t>30–50% reduction in </a:t>
            </a:r>
            <a:r>
              <a:rPr lang="en-US" sz="1400" dirty="0"/>
              <a:t>Mean-Time-To-Resolve (MTTR).</a:t>
            </a:r>
            <a:endParaRPr lang="en-IN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8FCBAE-A212-7AF6-5EF7-38A5ECF7E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Memory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9F5706-B45E-B35E-D601-53EA4886C60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Unifying Institutional Memory: </a:t>
            </a:r>
            <a:r>
              <a:rPr lang="en-US" sz="1400" dirty="0" err="1"/>
              <a:t>SentinelAI</a:t>
            </a:r>
            <a:r>
              <a:rPr lang="en-US" sz="1400" dirty="0"/>
              <a:t> adds memory, reasoning, and live investigation capabilities to your stack. A specialized Knowledge Service makes each resolved incident reusable for the next occurrence.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D908F6-8303-EA4B-EB81-C67595264E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IP </a:t>
            </a:r>
            <a:r>
              <a:rPr lang="en-IN" b="1" dirty="0"/>
              <a:t> 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FB6587-D969-809E-3729-4A6FE9CFC3F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IP Ownership: </a:t>
            </a:r>
            <a:r>
              <a:rPr lang="en-US" sz="1400" dirty="0"/>
              <a:t>Building this capability on our own stack allows us to own the Intellectual Property (IP) rather than depending entirely on closed third-party vendor platforms.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DB72725-B2A0-556C-3D03-68C2284F7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739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re 27">
            <a:extLst>
              <a:ext uri="{FF2B5EF4-FFF2-40B4-BE49-F238E27FC236}">
                <a16:creationId xmlns:a16="http://schemas.microsoft.com/office/drawing/2014/main" id="{A9BDDECF-6DF7-79EE-63CD-82F0E71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Introducing </a:t>
            </a:r>
            <a:r>
              <a:rPr lang="en-IN" b="1" dirty="0" err="1"/>
              <a:t>SentinelAI</a:t>
            </a:r>
            <a:r>
              <a:rPr lang="en-IN" b="1" dirty="0"/>
              <a:t> – Platform Overview</a:t>
            </a:r>
            <a:endParaRPr lang="fr-FR" dirty="0"/>
          </a:p>
        </p:txBody>
      </p:sp>
      <p:sp>
        <p:nvSpPr>
          <p:cNvPr id="30" name="Espace réservé du contenu 29">
            <a:extLst>
              <a:ext uri="{FF2B5EF4-FFF2-40B4-BE49-F238E27FC236}">
                <a16:creationId xmlns:a16="http://schemas.microsoft.com/office/drawing/2014/main" id="{670A6716-0671-BFD1-1DE6-0E3495CB9C8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05953" y="1203766"/>
            <a:ext cx="8196943" cy="1251858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IN" dirty="0"/>
              <a:t>An AI-assisted incident investigation platform combining log analysis, live observability queries, and engineering context to help teams understand incidents faster and produce structured RCA output</a:t>
            </a:r>
            <a:endParaRPr lang="fr-FR" sz="3000" dirty="0"/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A7C904BA-633C-F6CD-A7F3-4F86EE25F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33" name="Graphique 10">
            <a:extLst>
              <a:ext uri="{FF2B5EF4-FFF2-40B4-BE49-F238E27FC236}">
                <a16:creationId xmlns:a16="http://schemas.microsoft.com/office/drawing/2014/main" id="{9CCDADAB-7440-1B2F-5037-69BBADDBF65C}"/>
              </a:ext>
            </a:extLst>
          </p:cNvPr>
          <p:cNvSpPr>
            <a:spLocks noChangeAspect="1"/>
          </p:cNvSpPr>
          <p:nvPr/>
        </p:nvSpPr>
        <p:spPr>
          <a:xfrm>
            <a:off x="957879" y="4057602"/>
            <a:ext cx="1638970" cy="501180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1090A-D322-89F7-DA4A-6419F19A7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7" y="2168460"/>
            <a:ext cx="2514729" cy="252108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6A3F489-7831-3C14-D8C7-A35ADC4E2D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" y="709990"/>
            <a:ext cx="11337925" cy="493776"/>
          </a:xfrm>
        </p:spPr>
        <p:txBody>
          <a:bodyPr/>
          <a:lstStyle/>
          <a:p>
            <a:r>
              <a:rPr lang="en-IN" dirty="0"/>
              <a:t>Automated log analysis and live observability query orchestration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65FAA7D-6A45-3414-22CE-FADABAD8F011}"/>
              </a:ext>
            </a:extLst>
          </p:cNvPr>
          <p:cNvSpPr/>
          <p:nvPr/>
        </p:nvSpPr>
        <p:spPr>
          <a:xfrm>
            <a:off x="3401478" y="3205067"/>
            <a:ext cx="2468449" cy="188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5C"/>
                </a:solidFill>
                <a:latin typeface="+mj-lt"/>
                <a:ea typeface="Lora" pitchFamily="34" charset="-122"/>
                <a:cs typeface="Lora" pitchFamily="34" charset="-120"/>
              </a:rPr>
              <a:t>Log RCA</a:t>
            </a:r>
            <a:endParaRPr lang="en-US" b="1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818F4D5-5EFA-3CB2-AF74-1913638CA0A7}"/>
              </a:ext>
            </a:extLst>
          </p:cNvPr>
          <p:cNvSpPr/>
          <p:nvPr/>
        </p:nvSpPr>
        <p:spPr>
          <a:xfrm>
            <a:off x="3420500" y="3514088"/>
            <a:ext cx="2634486" cy="2135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Paste logs or upload files. AI analyzes and produces structured root cause analysis with issue, root cause, impacted service, and recommended fix.</a:t>
            </a:r>
            <a:endParaRPr lang="en-US" sz="1600" dirty="0">
              <a:solidFill>
                <a:srgbClr val="00005C"/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1E4FD6C-B583-490A-529F-BACD519B8D9A}"/>
              </a:ext>
            </a:extLst>
          </p:cNvPr>
          <p:cNvSpPr/>
          <p:nvPr/>
        </p:nvSpPr>
        <p:spPr>
          <a:xfrm>
            <a:off x="6319615" y="3226839"/>
            <a:ext cx="2468527" cy="188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5C"/>
                </a:solidFill>
                <a:latin typeface="+mj-lt"/>
                <a:ea typeface="Lora" pitchFamily="34" charset="-122"/>
                <a:cs typeface="Lora" pitchFamily="34" charset="-120"/>
              </a:rPr>
              <a:t>Live ELK Investigation</a:t>
            </a:r>
            <a:endParaRPr lang="en-US" b="1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C8E41AA-BFDF-8C81-468B-9E9270C7E757}"/>
              </a:ext>
            </a:extLst>
          </p:cNvPr>
          <p:cNvSpPr/>
          <p:nvPr/>
        </p:nvSpPr>
        <p:spPr>
          <a:xfrm>
            <a:off x="6319615" y="3470545"/>
            <a:ext cx="2382887" cy="2135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Query Elasticsearch directly. Retrieve recent logs, summarize them, and get AI-generated investigation results with suspicious log lines and recommended actions.</a:t>
            </a:r>
            <a:endParaRPr lang="en-US" sz="1600" dirty="0">
              <a:solidFill>
                <a:srgbClr val="00005C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F5A21CF-B07E-0B56-F32A-C900F39C6E1E}"/>
              </a:ext>
            </a:extLst>
          </p:cNvPr>
          <p:cNvSpPr/>
          <p:nvPr/>
        </p:nvSpPr>
        <p:spPr>
          <a:xfrm>
            <a:off x="9052770" y="3237726"/>
            <a:ext cx="238288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5C"/>
                </a:solidFill>
                <a:latin typeface="+mj-lt"/>
                <a:ea typeface="Lora" pitchFamily="34" charset="-122"/>
                <a:cs typeface="Lora" pitchFamily="34" charset="-120"/>
              </a:rPr>
              <a:t>Engineering Context</a:t>
            </a:r>
            <a:endParaRPr lang="en-US" b="1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32E44E1-887D-52FF-E625-AEA4F760A91B}"/>
              </a:ext>
            </a:extLst>
          </p:cNvPr>
          <p:cNvSpPr/>
          <p:nvPr/>
        </p:nvSpPr>
        <p:spPr>
          <a:xfrm>
            <a:off x="9052770" y="3481431"/>
            <a:ext cx="2450126" cy="24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Automatically enrich RCA with metadata from GitHub, Jira, Confluence, and Jenkins. Connect incidents to deployments, code changes, and team context.</a:t>
            </a:r>
            <a:endParaRPr lang="en-US" sz="1600" dirty="0">
              <a:solidFill>
                <a:srgbClr val="00005C"/>
              </a:solidFill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AE1A0F02-E4AB-1CDB-2C14-52F1F3742C9C}"/>
              </a:ext>
            </a:extLst>
          </p:cNvPr>
          <p:cNvSpPr/>
          <p:nvPr/>
        </p:nvSpPr>
        <p:spPr>
          <a:xfrm>
            <a:off x="3343713" y="2744430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8BEC7FA3-CCB7-92FE-864A-206AFEF19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5020" y="2872763"/>
            <a:ext cx="167208" cy="167208"/>
          </a:xfrm>
          <a:prstGeom prst="rect">
            <a:avLst/>
          </a:prstGeom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DF130299-4B5A-7701-A4ED-DCCE42854EAC}"/>
              </a:ext>
            </a:extLst>
          </p:cNvPr>
          <p:cNvSpPr/>
          <p:nvPr/>
        </p:nvSpPr>
        <p:spPr>
          <a:xfrm>
            <a:off x="6270250" y="2774990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4A49984B-DBB1-D4C7-3FD4-BA684A555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9107" y="2897697"/>
            <a:ext cx="167208" cy="167208"/>
          </a:xfrm>
          <a:prstGeom prst="rect">
            <a:avLst/>
          </a:prstGeom>
        </p:spPr>
      </p:pic>
      <p:sp>
        <p:nvSpPr>
          <p:cNvPr id="22" name="Shape 11">
            <a:extLst>
              <a:ext uri="{FF2B5EF4-FFF2-40B4-BE49-F238E27FC236}">
                <a16:creationId xmlns:a16="http://schemas.microsoft.com/office/drawing/2014/main" id="{F527CCFC-31F6-6ADF-AEE7-519DAF85B2AF}"/>
              </a:ext>
            </a:extLst>
          </p:cNvPr>
          <p:cNvSpPr/>
          <p:nvPr/>
        </p:nvSpPr>
        <p:spPr>
          <a:xfrm>
            <a:off x="8998348" y="2763564"/>
            <a:ext cx="371624" cy="371624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45B27370-B1E4-8F48-B865-783747BF6B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1405" y="2887504"/>
            <a:ext cx="167208" cy="1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5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252E-8E84-0C1D-1E64-E9F66AC6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1"/>
            <a:ext cx="11337925" cy="912315"/>
          </a:xfrm>
        </p:spPr>
        <p:txBody>
          <a:bodyPr anchor="t">
            <a:normAutofit/>
          </a:bodyPr>
          <a:lstStyle/>
          <a:p>
            <a:r>
              <a:rPr lang="en-IN" b="1" dirty="0"/>
              <a:t>Overview – Sentinel AI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BB7D3-F813-B0EA-5B68-F28BECE1D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" y="709990"/>
            <a:ext cx="11337925" cy="49377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Architecture and Services</a:t>
            </a:r>
            <a:endParaRPr lang="en-IN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36B7E0-2C3C-05E6-1643-8128D0FC7B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8624" y="1446213"/>
            <a:ext cx="5486400" cy="548640"/>
          </a:xfrm>
        </p:spPr>
        <p:txBody>
          <a:bodyPr/>
          <a:lstStyle/>
          <a:p>
            <a:r>
              <a:rPr lang="en-US" dirty="0"/>
              <a:t>Architecture – At a Glance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A4A2-1631-5353-729F-33CDF3E2D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DAF489CC-3B7A-4DA5-A8C0-4984788D0EC5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DE45481F-17F6-DF80-81E0-3B4F3EBA4C44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tretch>
            <a:fillRect/>
          </a:stretch>
        </p:blipFill>
        <p:spPr>
          <a:xfrm>
            <a:off x="1131093" y="2237300"/>
            <a:ext cx="4081462" cy="4081462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F41C95D8-C41C-EF7B-781D-F57019C9C2F6}"/>
              </a:ext>
            </a:extLst>
          </p:cNvPr>
          <p:cNvSpPr/>
          <p:nvPr/>
        </p:nvSpPr>
        <p:spPr>
          <a:xfrm>
            <a:off x="6562109" y="2210183"/>
            <a:ext cx="4102626" cy="2263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00005C"/>
                </a:solidFill>
                <a:ea typeface="Source Sans 3 Bold" pitchFamily="34" charset="-122"/>
                <a:cs typeface="Source Sans 3 Bold" pitchFamily="34" charset="-120"/>
              </a:rPr>
              <a:t>UI</a:t>
            </a: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 — React interface for RCA and ELK investigation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600" dirty="0">
              <a:solidFill>
                <a:srgbClr val="00005C"/>
              </a:solidFill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00005C"/>
                </a:solidFill>
                <a:ea typeface="Source Sans 3 Bold" pitchFamily="34" charset="-122"/>
                <a:cs typeface="Source Sans 3 Bold" pitchFamily="34" charset="-120"/>
              </a:rPr>
              <a:t>Core</a:t>
            </a: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 — Spring Boot orchestration for RCA, log ingestion, and Elasticsearch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600" dirty="0">
              <a:solidFill>
                <a:srgbClr val="00005C"/>
              </a:solidFill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00005C"/>
                </a:solidFill>
                <a:ea typeface="Source Sans 3 Bold" pitchFamily="34" charset="-122"/>
                <a:cs typeface="Source Sans 3 Bold" pitchFamily="34" charset="-120"/>
              </a:rPr>
              <a:t>AI Engine</a:t>
            </a: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 — Python FastAPI routing to Groq, Ollama, HuggingFace, or OpenAI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1600" dirty="0">
              <a:solidFill>
                <a:srgbClr val="00005C"/>
              </a:solidFill>
            </a:endParaRP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00005C"/>
                </a:solidFill>
                <a:ea typeface="Source Sans 3 Bold" pitchFamily="34" charset="-122"/>
                <a:cs typeface="Source Sans 3 Bold" pitchFamily="34" charset="-120"/>
              </a:rPr>
              <a:t>Knowledge Service</a:t>
            </a:r>
            <a:r>
              <a:rPr lang="en-US" sz="1600" dirty="0">
                <a:solidFill>
                  <a:srgbClr val="00005C"/>
                </a:solidFill>
                <a:ea typeface="Source Sans 3" pitchFamily="34" charset="-122"/>
                <a:cs typeface="Source Sans 3" pitchFamily="34" charset="-120"/>
              </a:rPr>
              <a:t> — Spring Boot microservice indexing GitHub, Jira, Confluence, and Jenkins</a:t>
            </a:r>
            <a:endParaRPr lang="en-US" sz="1600" dirty="0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30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544E-EC50-93A2-AD91-3F601DF3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EFA8-4102-C1D4-AD48-3E689DA79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DAF489CC-3B7A-4DA5-A8C0-4984788D0EC5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6DC7C9-FE08-9DDB-2E10-6E3DD1773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0"/>
            <a:ext cx="11846943" cy="62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AD9D-505E-21C7-4DC8-ABBF4727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Vision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5F34-4270-F48B-BC52-0B7751BBD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Enterprise AI SRE Copilot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916E4-AB72-C273-39AD-EBF6AB763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A2A01E-D99D-98B5-433D-0F3A8773E4F9}"/>
              </a:ext>
            </a:extLst>
          </p:cNvPr>
          <p:cNvGrpSpPr/>
          <p:nvPr/>
        </p:nvGrpSpPr>
        <p:grpSpPr>
          <a:xfrm>
            <a:off x="10040562" y="4659016"/>
            <a:ext cx="2002971" cy="1593426"/>
            <a:chOff x="9920819" y="4413668"/>
            <a:chExt cx="2002971" cy="1593426"/>
          </a:xfrm>
        </p:grpSpPr>
        <p:pic>
          <p:nvPicPr>
            <p:cNvPr id="1030" name="Picture 6" descr="Process Icon by kmg-design – download ...">
              <a:extLst>
                <a:ext uri="{FF2B5EF4-FFF2-40B4-BE49-F238E27FC236}">
                  <a16:creationId xmlns:a16="http://schemas.microsoft.com/office/drawing/2014/main" id="{9DDED38E-AF53-F0EB-EBBE-1AB7E19F34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4343" y="4413668"/>
              <a:ext cx="1234197" cy="1234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C8662F-C784-EEFF-5351-7400977412D1}"/>
                </a:ext>
              </a:extLst>
            </p:cNvPr>
            <p:cNvSpPr txBox="1"/>
            <p:nvPr/>
          </p:nvSpPr>
          <p:spPr>
            <a:xfrm>
              <a:off x="9920819" y="5647865"/>
              <a:ext cx="2002971" cy="3592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IN" sz="1600" b="1" dirty="0">
                  <a:solidFill>
                    <a:srgbClr val="0070C0"/>
                  </a:solidFill>
                </a:rPr>
                <a:t>Continuous Cycle</a:t>
              </a:r>
            </a:p>
          </p:txBody>
        </p:sp>
      </p:grpSp>
      <p:pic>
        <p:nvPicPr>
          <p:cNvPr id="1034" name="Picture 10" descr="Rewards: Functions, Types, Examples ...">
            <a:extLst>
              <a:ext uri="{FF2B5EF4-FFF2-40B4-BE49-F238E27FC236}">
                <a16:creationId xmlns:a16="http://schemas.microsoft.com/office/drawing/2014/main" id="{AC476435-84B9-1C94-2E1D-1F0A975C8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065" y="58771"/>
            <a:ext cx="1618310" cy="123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FB5E8168-21A8-C62F-51C2-6F7914253414}"/>
              </a:ext>
            </a:extLst>
          </p:cNvPr>
          <p:cNvSpPr/>
          <p:nvPr/>
        </p:nvSpPr>
        <p:spPr>
          <a:xfrm>
            <a:off x="724716" y="1461302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ea typeface="Brygada 1918 SemiBold" pitchFamily="34" charset="-122"/>
                <a:cs typeface="Brygada 1918 SemiBold" pitchFamily="34" charset="-120"/>
              </a:rPr>
              <a:t> Alert fires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3D03F0E1-6DDC-E471-2205-A0AA46FB4CA4}"/>
              </a:ext>
            </a:extLst>
          </p:cNvPr>
          <p:cNvSpPr/>
          <p:nvPr/>
        </p:nvSpPr>
        <p:spPr>
          <a:xfrm>
            <a:off x="5078658" y="1495257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ea typeface="Brygada 1918 SemiBold" pitchFamily="34" charset="-122"/>
                <a:cs typeface="Brygada 1918 SemiBold" pitchFamily="34" charset="-120"/>
              </a:rPr>
              <a:t>Agent reasons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4EE99FF-D1E7-21C0-5DE2-53C0F2C95146}"/>
              </a:ext>
            </a:extLst>
          </p:cNvPr>
          <p:cNvSpPr/>
          <p:nvPr/>
        </p:nvSpPr>
        <p:spPr>
          <a:xfrm>
            <a:off x="661493" y="1292722"/>
            <a:ext cx="108690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5C"/>
                </a:solidFill>
                <a:latin typeface="+mj-lt"/>
                <a:ea typeface="Brygada 1918 SemiBold" pitchFamily="34" charset="-122"/>
                <a:cs typeface="Brygada 1918 SemiBold" pitchFamily="34" charset="-120"/>
              </a:rPr>
              <a:t>The On-Call Experience — with SentinelAI Fully Realised</a:t>
            </a:r>
            <a:endParaRPr lang="en-US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6881254-CA55-7108-A745-A7E04A40E158}"/>
              </a:ext>
            </a:extLst>
          </p:cNvPr>
          <p:cNvSpPr/>
          <p:nvPr/>
        </p:nvSpPr>
        <p:spPr>
          <a:xfrm>
            <a:off x="661492" y="1635919"/>
            <a:ext cx="20667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00005C"/>
                </a:solidFill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4659C56-1A22-4D0F-A399-1A50B714FF33}"/>
              </a:ext>
            </a:extLst>
          </p:cNvPr>
          <p:cNvSpPr/>
          <p:nvPr/>
        </p:nvSpPr>
        <p:spPr>
          <a:xfrm>
            <a:off x="661493" y="1875830"/>
            <a:ext cx="54062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🚨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Alert fires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572351-9201-409B-5362-F368EE52F41D}"/>
              </a:ext>
            </a:extLst>
          </p:cNvPr>
          <p:cNvSpPr/>
          <p:nvPr/>
        </p:nvSpPr>
        <p:spPr>
          <a:xfrm>
            <a:off x="6124179" y="1635919"/>
            <a:ext cx="20667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00005C"/>
                </a:solidFill>
                <a:latin typeface="+mj-lt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400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9AECF38-A9F1-E9F3-374A-3C79F3C79476}"/>
              </a:ext>
            </a:extLst>
          </p:cNvPr>
          <p:cNvSpPr/>
          <p:nvPr/>
        </p:nvSpPr>
        <p:spPr>
          <a:xfrm>
            <a:off x="6124179" y="1875830"/>
            <a:ext cx="54063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Agent reasons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6687E12-F8DD-C102-6260-EFEA08475F7B}"/>
              </a:ext>
            </a:extLst>
          </p:cNvPr>
          <p:cNvSpPr/>
          <p:nvPr/>
        </p:nvSpPr>
        <p:spPr>
          <a:xfrm>
            <a:off x="6124179" y="2071092"/>
            <a:ext cx="540633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Understands goal: 'investigate payment service degradation'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C73DC41-56CB-9A4D-23AD-1A81F3AB1A19}"/>
              </a:ext>
            </a:extLst>
          </p:cNvPr>
          <p:cNvSpPr/>
          <p:nvPr/>
        </p:nvSpPr>
        <p:spPr>
          <a:xfrm>
            <a:off x="661493" y="2442210"/>
            <a:ext cx="54062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Agent queries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7BDCC6AC-617F-3EE4-9DC2-467F64E0BB08}"/>
              </a:ext>
            </a:extLst>
          </p:cNvPr>
          <p:cNvSpPr/>
          <p:nvPr/>
        </p:nvSpPr>
        <p:spPr>
          <a:xfrm>
            <a:off x="661493" y="2637472"/>
            <a:ext cx="540623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Calls ELK · Kafka · deployment history · incident KB — all auto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C12A563F-178C-977B-D45F-FF8F12E91A4A}"/>
              </a:ext>
            </a:extLst>
          </p:cNvPr>
          <p:cNvSpPr/>
          <p:nvPr/>
        </p:nvSpPr>
        <p:spPr>
          <a:xfrm>
            <a:off x="6124179" y="2572842"/>
            <a:ext cx="54063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📝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Agent correlates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37C40FC5-BF54-973E-E2F4-6F8C7CF650A8}"/>
              </a:ext>
            </a:extLst>
          </p:cNvPr>
          <p:cNvSpPr/>
          <p:nvPr/>
        </p:nvSpPr>
        <p:spPr>
          <a:xfrm>
            <a:off x="6124179" y="2768104"/>
            <a:ext cx="540633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Links deploy v2.3.1 to error spike 18 min later via timeline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2E8F1D0-C5D9-872F-C5CB-B5DA19D25324}"/>
              </a:ext>
            </a:extLst>
          </p:cNvPr>
          <p:cNvSpPr/>
          <p:nvPr/>
        </p:nvSpPr>
        <p:spPr>
          <a:xfrm>
            <a:off x="661492" y="3029943"/>
            <a:ext cx="20667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00005C"/>
                </a:solidFill>
                <a:latin typeface="+mj-lt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400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C8772FC8-8E9E-C85B-B39A-4BF42E33E305}"/>
              </a:ext>
            </a:extLst>
          </p:cNvPr>
          <p:cNvSpPr/>
          <p:nvPr/>
        </p:nvSpPr>
        <p:spPr>
          <a:xfrm>
            <a:off x="661493" y="3226310"/>
            <a:ext cx="54062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Agent drafts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31843C37-2DC2-2733-2235-4DAA3BACDC96}"/>
              </a:ext>
            </a:extLst>
          </p:cNvPr>
          <p:cNvSpPr/>
          <p:nvPr/>
        </p:nvSpPr>
        <p:spPr>
          <a:xfrm>
            <a:off x="661493" y="3421572"/>
            <a:ext cx="540623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Prepares RCA, runbook + Jira ticket draft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1C05A3A3-A4C1-2989-0F9A-52D89A0C525A}"/>
              </a:ext>
            </a:extLst>
          </p:cNvPr>
          <p:cNvSpPr/>
          <p:nvPr/>
        </p:nvSpPr>
        <p:spPr>
          <a:xfrm>
            <a:off x="6124179" y="3029943"/>
            <a:ext cx="20667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00005C"/>
                </a:solidFill>
                <a:latin typeface="+mj-lt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1400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9618201F-2BDF-A4BD-C1E1-A0AA652CA823}"/>
              </a:ext>
            </a:extLst>
          </p:cNvPr>
          <p:cNvSpPr/>
          <p:nvPr/>
        </p:nvSpPr>
        <p:spPr>
          <a:xfrm>
            <a:off x="6124179" y="3269854"/>
            <a:ext cx="540633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 Human approves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E049136F-FB11-F62D-C362-A99EEBDD113F}"/>
              </a:ext>
            </a:extLst>
          </p:cNvPr>
          <p:cNvSpPr/>
          <p:nvPr/>
        </p:nvSpPr>
        <p:spPr>
          <a:xfrm>
            <a:off x="6124179" y="3465116"/>
            <a:ext cx="5406331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On-call reviews in &lt; 2 min and resolves incident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C26C8D51-6914-22DE-42DC-A5C523DA21A3}"/>
              </a:ext>
            </a:extLst>
          </p:cNvPr>
          <p:cNvSpPr/>
          <p:nvPr/>
        </p:nvSpPr>
        <p:spPr>
          <a:xfrm>
            <a:off x="661493" y="3755232"/>
            <a:ext cx="108690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5C"/>
                </a:solidFill>
                <a:ea typeface="Brygada 1918 SemiBold" pitchFamily="34" charset="-122"/>
                <a:cs typeface="Brygada 1918 SemiBold" pitchFamily="34" charset="-120"/>
              </a:rPr>
              <a:t>Why This Matters: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C2F7FC2D-1D9F-AA5D-2D43-7831172DA7CB}"/>
              </a:ext>
            </a:extLst>
          </p:cNvPr>
          <p:cNvSpPr/>
          <p:nvPr/>
        </p:nvSpPr>
        <p:spPr>
          <a:xfrm>
            <a:off x="661493" y="4098430"/>
            <a:ext cx="10869017" cy="57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The agent will reason over ELK, Kafka, deployments, releases and engineering knowledge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SentinelAI-Knowledge-Service becomes the memory layer for past incidents and change history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The human approves in minutes while the agent drafts RCA, runbooks and Jira actions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This moves the platform from demo to an enterprise-ready operations copilot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E3C0347E-D51D-DAEF-56BA-BC1FDCB71CFD}"/>
              </a:ext>
            </a:extLst>
          </p:cNvPr>
          <p:cNvSpPr/>
          <p:nvPr/>
        </p:nvSpPr>
        <p:spPr>
          <a:xfrm>
            <a:off x="661493" y="5202706"/>
            <a:ext cx="108690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5C"/>
                </a:solidFill>
                <a:latin typeface="+mj-lt"/>
                <a:ea typeface="Brygada 1918 SemiBold" pitchFamily="34" charset="-122"/>
                <a:cs typeface="Brygada 1918 SemiBold" pitchFamily="34" charset="-120"/>
              </a:rPr>
              <a:t>Capability Readiness:</a:t>
            </a:r>
            <a:endParaRPr lang="en-US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ABCF32C5-783F-2679-9E0F-562CDE255376}"/>
              </a:ext>
            </a:extLst>
          </p:cNvPr>
          <p:cNvSpPr/>
          <p:nvPr/>
        </p:nvSpPr>
        <p:spPr>
          <a:xfrm>
            <a:off x="661493" y="5555388"/>
            <a:ext cx="10869017" cy="86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✅ Multi-step ReAct loop [designed]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✅ Tool registry [designed]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✅ ElkClient + RAG [built]</a:t>
            </a:r>
            <a:endParaRPr lang="en-US" sz="1400" dirty="0">
              <a:solidFill>
                <a:srgbClr val="00005C"/>
              </a:solidFill>
            </a:endParaRPr>
          </a:p>
          <a:p>
            <a:pPr marL="162556" indent="-162556">
              <a:lnSpc>
                <a:spcPct val="103000"/>
              </a:lnSpc>
              <a:buSzPct val="100000"/>
              <a:buChar char="•"/>
            </a:pPr>
            <a:r>
              <a:rPr lang="en-US" sz="1400" dirty="0">
                <a:solidFill>
                  <a:srgbClr val="00005C"/>
                </a:solidFill>
                <a:ea typeface="Brygada 1918" pitchFamily="34" charset="-122"/>
                <a:cs typeface="Brygada 1918" pitchFamily="34" charset="-120"/>
              </a:rPr>
              <a:t>🔭 Kafka triggers [P2 roadmap]</a:t>
            </a:r>
            <a:endParaRPr lang="en-US" sz="1400" dirty="0">
              <a:solidFill>
                <a:srgbClr val="00005C"/>
              </a:solidFill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E8564105-B717-AE8D-6429-47E6FEE782AC}"/>
              </a:ext>
            </a:extLst>
          </p:cNvPr>
          <p:cNvSpPr/>
          <p:nvPr/>
        </p:nvSpPr>
        <p:spPr>
          <a:xfrm>
            <a:off x="659407" y="2283095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5C"/>
                </a:solidFill>
                <a:latin typeface="+mj-lt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400" dirty="0">
              <a:solidFill>
                <a:srgbClr val="00005C"/>
              </a:solidFill>
              <a:latin typeface="+mj-lt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831BE5D2-702F-E44D-533A-557F131781E9}"/>
              </a:ext>
            </a:extLst>
          </p:cNvPr>
          <p:cNvSpPr/>
          <p:nvPr/>
        </p:nvSpPr>
        <p:spPr>
          <a:xfrm>
            <a:off x="6150013" y="2368833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5C"/>
                </a:solidFill>
                <a:latin typeface="+mj-lt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400" dirty="0">
              <a:solidFill>
                <a:srgbClr val="0000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381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9554-CFD8-8568-F434-AF7FB7CE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40" y="1168168"/>
            <a:ext cx="4263118" cy="1063404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43531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_Timesavers" id="{1DF5D35C-9839-4297-925E-144AA706B1AF}" vid="{9D4999A2-CAFB-499E-B717-FF8DDA5DFB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5a8beb-1916-477c-8994-6aae8306622a" xsi:nil="true"/>
    <Project xmlns="6b01cdb5-e8e3-4802-961f-359f8cca9338" xsi:nil="true"/>
    <lcf76f155ced4ddcb4097134ff3c332f xmlns="6b01cdb5-e8e3-4802-961f-359f8cca933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6D779FF5DF4479C7FE7877D2D24E3" ma:contentTypeVersion="17" ma:contentTypeDescription="Create a new document." ma:contentTypeScope="" ma:versionID="fe4c9c623323d08842110b78ec078416">
  <xsd:schema xmlns:xsd="http://www.w3.org/2001/XMLSchema" xmlns:xs="http://www.w3.org/2001/XMLSchema" xmlns:p="http://schemas.microsoft.com/office/2006/metadata/properties" xmlns:ns2="feda863e-76bc-41e9-b727-4d779532c6cd" xmlns:ns3="da7a5690-49f2-45ea-95c0-be596872997a" xmlns:ns4="6b01cdb5-e8e3-4802-961f-359f8cca9338" xmlns:ns5="aa5a8beb-1916-477c-8994-6aae8306622a" targetNamespace="http://schemas.microsoft.com/office/2006/metadata/properties" ma:root="true" ma:fieldsID="5d71d95b0a1d6e19c13f4d8c64b99651" ns2:_="" ns3:_="" ns4:_="" ns5:_="">
    <xsd:import namespace="feda863e-76bc-41e9-b727-4d779532c6cd"/>
    <xsd:import namespace="da7a5690-49f2-45ea-95c0-be596872997a"/>
    <xsd:import namespace="6b01cdb5-e8e3-4802-961f-359f8cca9338"/>
    <xsd:import namespace="aa5a8beb-1916-477c-8994-6aae8306622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SharedWithDetails" minOccurs="0"/>
                <xsd:element ref="ns4:lcf76f155ced4ddcb4097134ff3c332f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LengthInSeconds" minOccurs="0"/>
                <xsd:element ref="ns5:TaxCatchAll" minOccurs="0"/>
                <xsd:element ref="ns4:Project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a863e-76bc-41e9-b727-4d779532c6c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7a5690-49f2-45ea-95c0-be596872997a" elementFormDefault="qualified">
    <xsd:import namespace="http://schemas.microsoft.com/office/2006/documentManagement/types"/>
    <xsd:import namespace="http://schemas.microsoft.com/office/infopath/2007/PartnerControls"/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cdb5-e8e3-4802-961f-359f8cca933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59967681-caf4-44cd-948e-90f571439626" ma:termSetId="00000000-0000-0000-0000-000000000000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Project" ma:index="17" nillable="true" ma:displayName="Project" ma:format="Dropdown" ma:internalName="Project">
      <xsd:simpleType>
        <xsd:restriction base="dms:Text">
          <xsd:maxLength value="255"/>
        </xsd:restriction>
      </xsd:simple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5a8beb-1916-477c-8994-6aae8306622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b2cf6385-d5b1-4186-8c8d-329c1755ceec}" ma:internalName="TaxCatchAll" ma:showField="CatchAllData" ma:web="aa5a8beb-1916-477c-8994-6aae830662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99F915-8B9D-4CF3-ABB4-EC24D9AE08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5EC6A1-3133-4712-AC79-20AB9DF6483A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da7a5690-49f2-45ea-95c0-be596872997a"/>
    <ds:schemaRef ds:uri="feda863e-76bc-41e9-b727-4d779532c6cd"/>
    <ds:schemaRef ds:uri="http://schemas.openxmlformats.org/package/2006/metadata/core-properties"/>
    <ds:schemaRef ds:uri="http://www.w3.org/XML/1998/namespace"/>
    <ds:schemaRef ds:uri="aa5a8beb-1916-477c-8994-6aae8306622a"/>
    <ds:schemaRef ds:uri="6b01cdb5-e8e3-4802-961f-359f8cca933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C545A8F-3FD8-46B6-93E1-A5391DD63C64}">
  <ds:schemaRefs>
    <ds:schemaRef ds:uri="6b01cdb5-e8e3-4802-961f-359f8cca9338"/>
    <ds:schemaRef ds:uri="aa5a8beb-1916-477c-8994-6aae8306622a"/>
    <ds:schemaRef ds:uri="da7a5690-49f2-45ea-95c0-be596872997a"/>
    <ds:schemaRef ds:uri="feda863e-76bc-41e9-b727-4d779532c6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25ca717-11da-4935-b601-f527b9741f2e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Atos - Timesaver</Template>
  <TotalTime>2771</TotalTime>
  <Words>687</Words>
  <Application>Microsoft Office PowerPoint</Application>
  <PresentationFormat>Widescreen</PresentationFormat>
  <Paragraphs>96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Biennale</vt:lpstr>
      <vt:lpstr>Biennale Bold</vt:lpstr>
      <vt:lpstr>Biennale Medium</vt:lpstr>
      <vt:lpstr>Brygada 1918</vt:lpstr>
      <vt:lpstr>Brygada 1918 Light</vt:lpstr>
      <vt:lpstr>Brygada 1918 SemiBold</vt:lpstr>
      <vt:lpstr>Calibri</vt:lpstr>
      <vt:lpstr>Source Sans 3</vt:lpstr>
      <vt:lpstr>Source Sans 3 Bold</vt:lpstr>
      <vt:lpstr>Twemoji Mozilla</vt:lpstr>
      <vt:lpstr>White background</vt:lpstr>
      <vt:lpstr>Sentinel AI</vt:lpstr>
      <vt:lpstr>Contents</vt:lpstr>
      <vt:lpstr>The Challenge - Current Operational Pain Points</vt:lpstr>
      <vt:lpstr>The Opportunity – Why an AI Layer on Top of Observability?</vt:lpstr>
      <vt:lpstr>Introducing SentinelAI – Platform Overview</vt:lpstr>
      <vt:lpstr>Overview – Sentinel AI</vt:lpstr>
      <vt:lpstr>PowerPoint Presentation</vt:lpstr>
      <vt:lpstr>Future Vision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Nazaret Rodriguez Ciudad</dc:creator>
  <cp:lastModifiedBy>Praveen Deshmukh</cp:lastModifiedBy>
  <cp:revision>74</cp:revision>
  <dcterms:created xsi:type="dcterms:W3CDTF">2025-02-13T10:03:52Z</dcterms:created>
  <dcterms:modified xsi:type="dcterms:W3CDTF">2026-07-21T15:53:40Z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2023-05-03T09:31:47Z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f3077d30-5bbd-4ea4-90f4-d1428cae596c</vt:lpwstr>
  </property>
  <property fmtid="{D5CDD505-2E9C-101B-9397-08002B2CF9AE}" pid="8" name="MSIP_Label_e463cba9-5f6c-478d-9329-7b2295e4e8ed_ContentBits">
    <vt:lpwstr>0</vt:lpwstr>
  </property>
  <property fmtid="{D5CDD505-2E9C-101B-9397-08002B2CF9AE}" pid="9" name="Datum">
    <vt:lpwstr>dd/mm/yyyy</vt:lpwstr>
  </property>
  <property fmtid="{D5CDD505-2E9C-101B-9397-08002B2CF9AE}" pid="10" name="Author">
    <vt:lpwstr>Presentation Title</vt:lpwstr>
  </property>
  <property fmtid="{D5CDD505-2E9C-101B-9397-08002B2CF9AE}" pid="11" name="Classification">
    <vt:lpwstr>© Atos - for internal use</vt:lpwstr>
  </property>
  <property fmtid="{D5CDD505-2E9C-101B-9397-08002B2CF9AE}" pid="12" name="ContentTypeId">
    <vt:lpwstr>0x0101009996D779FF5DF4479C7FE7877D2D24E3</vt:lpwstr>
  </property>
  <property fmtid="{D5CDD505-2E9C-101B-9397-08002B2CF9AE}" pid="13" name="MediaServiceImageTags">
    <vt:lpwstr/>
  </property>
</Properties>
</file>