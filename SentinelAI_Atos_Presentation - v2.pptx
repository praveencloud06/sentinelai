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C:\application\AI_Project\SentinelAI\SentinelAI-Architecture-v2.drawio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SentinelAI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AI-Assisted Incident Investigation &amp; RCA</a:t>
            </a:r>
          </a:p>
          <a:p>
            <a:r>
              <a:t>Built on ELK, Kafka, Cloud-Native Platforms, and Engineering Knowledge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Praveen Kumar Deshmukh | Atos |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 b="1">
                <a:solidFill>
                  <a:srgbClr val="15294A"/>
                </a:solidFill>
              </a:defRPr>
            </a:pPr>
            <a:r>
              <a:t>Why an AI Layer on Top of Observability?</a:t>
            </a:r>
          </a:p>
          <a:p>
            <a:pPr algn="l">
              <a:defRPr sz="1100">
                <a:solidFill>
                  <a:srgbClr val="5A646E"/>
                </a:solidFill>
              </a:defRPr>
            </a:pPr>
            <a:r>
              <a:t>AIOps theory and the business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9875520" cy="5303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Observability data is raw signal, not insight. The value comes when we convert logs, traces and events into decisions.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SentinelAI adds three layers: memory, reasoning and live investigation. That is the core difference from classic dashboards.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The platform turns noisy telemetry into structured RCA: issue, root cause, impacted service and recommended fix.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With SentinelAI-Knowledge-Service, each investigation becomes reusable knowledge for the next one.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This helps reduce MTTR, improve consistency and reduce dependence on tribal knowledge.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SentinelAI | Atos Confidential | May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 b="1">
                <a:solidFill>
                  <a:srgbClr val="15294A"/>
                </a:solidFill>
              </a:defRPr>
            </a:pPr>
            <a:r>
              <a:t>Current Pain Points in Incident Investigation</a:t>
            </a:r>
          </a:p>
          <a:p>
            <a:pPr algn="l">
              <a:defRPr sz="1100">
                <a:solidFill>
                  <a:srgbClr val="5A646E"/>
                </a:solidFill>
              </a:defRPr>
            </a:pPr>
            <a:r>
              <a:t>Why the market and our teams need this capability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9875520" cy="5303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Engineers manually query ELK, correlate timestamps, and reconstruct incidents across many tabs.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Similar incidents are investigated from scratch every time because there is no durable memory layer.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Junior engineers lack context while senior engineers carry tribal knowledge in their heads.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RCAs are often written late, inconsistently, and with incomplete evidence.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The opportunity: turn operational data into a reusable, explainable investigation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SentinelAI | Atos Confidential | May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 b="1">
                <a:solidFill>
                  <a:srgbClr val="15294A"/>
                </a:solidFill>
              </a:defRPr>
            </a:pPr>
            <a:r>
              <a:t>SentinelAI in One Slide</a:t>
            </a:r>
          </a:p>
          <a:p>
            <a:pPr algn="l">
              <a:defRPr sz="1100">
                <a:solidFill>
                  <a:srgbClr val="5A646E"/>
                </a:solidFill>
              </a:defRPr>
            </a:pPr>
            <a:r>
              <a:t>What the platform does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9875520" cy="5303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Log RCA: paste or upload logs and generate issue, root cause, impacted service and suggested fix.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ELK live investigation: query live logs using service, severity and timeframe without manual Kibana DSL.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Engineering context enrichment: use deployment, release, timeline and Jira evidence to strengthen the RCA.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Knowledge Service: collect and normalize engineering metadata from GitHub, Jira, Confluence and Jenkins.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Future direction: move from assisted investigation to agentic operations with tool use and workflow 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SentinelAI | Atos Confidential | May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 b="1">
                <a:solidFill>
                  <a:srgbClr val="15294A"/>
                </a:solidFill>
              </a:defRPr>
            </a:pPr>
            <a:r>
              <a:t>High-Level Architecture</a:t>
            </a:r>
          </a:p>
          <a:p>
            <a:pPr algn="l">
              <a:defRPr sz="1100">
                <a:solidFill>
                  <a:srgbClr val="5A646E"/>
                </a:solidFill>
              </a:defRPr>
            </a:pPr>
            <a:r>
              <a:t>Four deployable services with shared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9875520" cy="5303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sentinelai-ui (React): Log RCA and ELK Investigation experiences with evidence-rich output.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SentinelAI-Core (Spring Boot): orchestrates RCA, log ingestion, ELK integration and Knowledge Service calls.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SentinelAI-Engine (FastAPI): routes analysis to Groq, Ollama, OpenAI or HuggingFace providers.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SentinelAI-Knowledge-Service (Spring Boot): builds the engineering memory layer from timelines, deployments, releases and Jira.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Infrastructure: PostgreSQL + pgvector, Elasticsearch, Ollama and Docker-based local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4465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66CC"/>
                </a:solidFill>
              </a:defRPr>
            </a:pPr>
            <a:r>
              <a:rPr>
                <a:hlinkClick r:id="rId2"/>
              </a:rPr>
              <a:t>Open architecture draw.io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SentinelAI | Atos Confidential | May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 b="1">
                <a:solidFill>
                  <a:srgbClr val="15294A"/>
                </a:solidFill>
              </a:defRPr>
            </a:pPr>
            <a:r>
              <a:t>SentinelAI-Knowledge-Service</a:t>
            </a:r>
          </a:p>
          <a:p>
            <a:pPr algn="l">
              <a:defRPr sz="1100">
                <a:solidFill>
                  <a:srgbClr val="5A646E"/>
                </a:solidFill>
              </a:defRPr>
            </a:pPr>
            <a:r>
              <a:t>The new capability added after the initial RCA MVP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9875520" cy="5303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Purpose: create a normalized engineering knowledge index for incident investigation and RCA enrichment.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Capabilities: sync metadata from GitHub, Jira, Confluence and Jenkins; ingest webhooks; expose timeline and relationship APIs.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Business value: provide deployment, release and issue context to the RCA flow without requiring the engineer to search across tools manually.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Integration point: SentinelAI-Core can call the Knowledge Service to enrich prompts with recent timeline events, deployments, releases and Jira issues.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Outcome: the system becomes a living memory layer for operations, not just a single-prompt LLM experience.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New capability | SKS | May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 b="1">
                <a:solidFill>
                  <a:srgbClr val="15294A"/>
                </a:solidFill>
              </a:defRPr>
            </a:pPr>
            <a:r>
              <a:t>Existing Capability – Log RCA</a:t>
            </a:r>
          </a:p>
          <a:p>
            <a:pPr algn="l">
              <a:defRPr sz="1100">
                <a:solidFill>
                  <a:srgbClr val="5A646E"/>
                </a:solidFill>
              </a:defRPr>
            </a:pPr>
            <a:r>
              <a:t>Paste logs and receive structured root-cause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9875520" cy="5303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Engineer pastes log text or uploads a file from the UI.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The UI sends the content to Core via POST /api/rca/analyze.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Core optionally adds historical context from prior incidents and engineering evidence.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The AI Engine returns structured fields such as issue, root cause, impacted service and recommended fix.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This accelerates first-pass triage and gives a consistent RCA structure for downstream collaboration.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SentinelAI | Atos Confidential | May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 b="1">
                <a:solidFill>
                  <a:srgbClr val="15294A"/>
                </a:solidFill>
              </a:defRPr>
            </a:pPr>
            <a:r>
              <a:t>Existing Capability – ELK-Based Live Investigation</a:t>
            </a:r>
          </a:p>
          <a:p>
            <a:pPr algn="l">
              <a:defRPr sz="1100">
                <a:solidFill>
                  <a:srgbClr val="5A646E"/>
                </a:solidFill>
              </a:defRPr>
            </a:pPr>
            <a:r>
              <a:t>Investigate live logs directly from observability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9875520" cy="5303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The engineer selects service, severity and timeframe.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Core queries Elasticsearch and retrieves recent log lines for the target context.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The AI Engine summarizes the findings and highlights suspicious log evidence.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The output includes probable root cause, impacted service and recommended action.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This removes the need to manually craft Kibana DSL queries for common investigations.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SentinelAI | Atos Confidential | May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 b="1">
                <a:solidFill>
                  <a:srgbClr val="15294A"/>
                </a:solidFill>
              </a:defRPr>
            </a:pPr>
            <a:r>
              <a:t>Existing Capability – RAG and Incident Memory</a:t>
            </a:r>
          </a:p>
          <a:p>
            <a:pPr algn="l">
              <a:defRPr sz="1100">
                <a:solidFill>
                  <a:srgbClr val="5A646E"/>
                </a:solidFill>
              </a:defRPr>
            </a:pPr>
            <a:r>
              <a:t>Every investigation becomes better for the next 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9875520" cy="5303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Uploaded incidents and logs can be stored together with embeddings for semantic retrieval.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The Core service can search stored incidents for similar patterns and add them as context.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This improves grounding and reduces hallucination risk for RCA generation.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The Knowledge Service extends this further by adding deployment, release and incident timeline context.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The result is a growing knowledge base that compounds value over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SentinelAI | Atos Confidential | May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 b="1">
                <a:solidFill>
                  <a:srgbClr val="15294A"/>
                </a:solidFill>
              </a:defRPr>
            </a:pPr>
            <a:r>
              <a:t>Pluggable AI Provider Architecture</a:t>
            </a:r>
          </a:p>
          <a:p>
            <a:pPr algn="l">
              <a:defRPr sz="1100">
                <a:solidFill>
                  <a:srgbClr val="5A646E"/>
                </a:solidFill>
              </a:defRPr>
            </a:pPr>
            <a:r>
              <a:t>Choice of provider without changing business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9875520" cy="5303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Groq offers low-latency cloud inference for fast interactions and demos.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Ollama supports fully local execution for data residency and privacy-sensitive environments.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OpenAI and HuggingFace provide enterprise and research-oriented alternatives.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Core remains provider-agnostic; switching models is a configuration change, not a code rewrite.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This gives flexibility for PoCs, pilot environments and eventual enterprise rollout.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SentinelAI | Atos Confidential | May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 b="1">
                <a:solidFill>
                  <a:srgbClr val="15294A"/>
                </a:solidFill>
              </a:defRPr>
            </a:pPr>
            <a:r>
              <a:t>Agentic AI – The Next Step</a:t>
            </a:r>
          </a:p>
          <a:p>
            <a:pPr algn="l">
              <a:defRPr sz="1100">
                <a:solidFill>
                  <a:srgbClr val="5A646E"/>
                </a:solidFill>
              </a:defRPr>
            </a:pPr>
            <a:r>
              <a:t>From assisted investigation to an SRE copilot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9875520" cy="5303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The next phase is a reasoning agent that plans multiple steps instead of making one-shot predictions.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It can query ELK, inspect deployment history, search the incident knowledge base and draft a runbook or Jira action.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The agent can loop over tool results, observe outcomes and refine its plan before responding.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This is the move from "generate answer" to "investigate and act".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The Knowledge Service becomes the memory backbone for that agentic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SentinelAI | Atos Confidential | May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 b="1">
                <a:solidFill>
                  <a:srgbClr val="15294A"/>
                </a:solidFill>
              </a:defRPr>
            </a:pPr>
            <a:r>
              <a:t>Roadmap – P1 Enhancements</a:t>
            </a:r>
          </a:p>
          <a:p>
            <a:pPr algn="l">
              <a:defRPr sz="1100">
                <a:solidFill>
                  <a:srgbClr val="5A646E"/>
                </a:solidFill>
              </a:defRPr>
            </a:pPr>
            <a:r>
              <a:t>What should come next in the first real product phase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9875520" cy="5303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Natural language operational search over ELK and engineering knowledge.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Incident correlation across ELK, deployment, release and timeline events.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Deployment regression detection that compares changes and signal patterns before and after release.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Improved evidence ranking so the RCA output is both explainable and grounded.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SentinelAI | Atos Confidential | May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 b="1">
                <a:solidFill>
                  <a:srgbClr val="15294A"/>
                </a:solidFill>
              </a:defRPr>
            </a:pPr>
            <a:r>
              <a:t>Roadmap – P2 Enhancements</a:t>
            </a:r>
          </a:p>
          <a:p>
            <a:pPr algn="l">
              <a:defRPr sz="1100">
                <a:solidFill>
                  <a:srgbClr val="5A646E"/>
                </a:solidFill>
              </a:defRPr>
            </a:pPr>
            <a:r>
              <a:t>From pilot to product-grade operations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9875520" cy="5303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Real-time ELK and Kafka monitoring with AI-driven triage and anomaly grouping.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Automation into Jira, Slack or Teams with RCA, runbook and ticket draft generation.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Enterprise readiness with RBAC, audit logging, SSO and multi-tenant configuration.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LLMOps and feedback loops so model quality, latency and cost can be managed over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SentinelAI | Atos Confidential | May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 b="1">
                <a:solidFill>
                  <a:srgbClr val="15294A"/>
                </a:solidFill>
              </a:defRPr>
            </a:pPr>
            <a:r>
              <a:t>Future Vision – Enterprise AI SRE Copilot</a:t>
            </a:r>
          </a:p>
          <a:p>
            <a:pPr algn="l">
              <a:defRPr sz="1100">
                <a:solidFill>
                  <a:srgbClr val="5A646E"/>
                </a:solidFill>
              </a:defRPr>
            </a:pPr>
            <a:r>
              <a:t>The long-term operating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9875520" cy="5303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The on-call engineer receives a proactive AI investigation assistant instead of a blank dashboard.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The agent reasons over ELK, Kafka, deployments, releases and incident history to propose next steps.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SentinelAI-Knowledge-Service becomes the memory layer that keeps previous incidents and changes reusable.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The human approves in minutes while the system drafts RCA, runbooks and workflow actions.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This shifts the platform from a demo to a reusable enterprise operations accelerator.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SentinelAI | Atos Confidential | May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 b="1">
                <a:solidFill>
                  <a:srgbClr val="15294A"/>
                </a:solidFill>
              </a:defRPr>
            </a:pPr>
            <a:r>
              <a:t>Next Steps and Ask</a:t>
            </a:r>
          </a:p>
          <a:p>
            <a:pPr algn="l">
              <a:defRPr sz="1100">
                <a:solidFill>
                  <a:srgbClr val="5A646E"/>
                </a:solidFill>
              </a:defRPr>
            </a:pPr>
            <a:r>
              <a:t>How to turn this into a real Atos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9875520" cy="5303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Choose one pilot environment and one incident workflow to prove the value in practice.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Prioritize the first product features: operational search, incident correlation and deployment regression detection.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Support the effort with access to real ELK, Kafka and deployment data for validation.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Use this as a foundation for a reusable internal accelerator and client-facing offer.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SentinelAI | Atos Confidential | May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 b="1">
                <a:solidFill>
                  <a:srgbClr val="15294A"/>
                </a:solidFill>
              </a:defRPr>
            </a:pPr>
            <a:r>
              <a:t>Thank You</a:t>
            </a:r>
          </a:p>
          <a:p>
            <a:pPr algn="l">
              <a:defRPr sz="1100">
                <a:solidFill>
                  <a:srgbClr val="5A646E"/>
                </a:solidFill>
              </a:defRPr>
            </a:pPr>
            <a:r>
              <a:t>Questions and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9875520" cy="5303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SentinelAI combines observability, AI reasoning and engineering knowledge into one investigation workflow.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The new Knowledge Service makes the platform more grounded, more reusable and closer to an enterprise SRE copilot.</a:t>
            </a:r>
          </a:p>
          <a:p>
            <a:pPr algn="l">
              <a:spcAft>
                <a:spcPts val="6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The goal is not only to generate RCA, but to build a durable operational memory layer for the future.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SentinelAI | Atos Confidential |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