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file:///C:\application\AI_Project\SentinelAI\SentinelAI-Architecture-v2.drawio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SentinelAI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CD4"/>
                </a:solidFill>
              </a:rPr>
              <a:t>AI-Assisted Incident Investigation &amp; 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27248"/>
            <a:ext cx="5943600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BBC9"/>
                </a:solidFill>
              </a:rPr>
              <a:t>AI layer on top of ELK · Kafka · Cloud-Native 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Praveen Kumar Deshmukh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30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BC9"/>
                </a:solidFill>
              </a:rPr>
              <a:t>Principal Software Engineer &amp; Architect  |  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CD4"/>
                </a:solidFill>
              </a:rPr>
              <a:t>May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778240" y="1645920"/>
            <a:ext cx="310896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03920" y="2194560"/>
            <a:ext cx="3383279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0" y="2743200"/>
            <a:ext cx="2926079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3291840"/>
            <a:ext cx="356616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86800" y="3840480"/>
            <a:ext cx="320040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4389120"/>
            <a:ext cx="365760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869680" y="4937760"/>
            <a:ext cx="301752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5943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BC9"/>
                </a:solidFill>
              </a:rPr>
              <a:t>[ ATOS INTERNAL — CONFIDENTIAL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Why an AI Layer on Top of Observability?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6492"/>
            <a:ext cx="112471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AIOps theory:</a:t>
            </a:r>
          </a:p>
          <a:p>
            <a:r>
              <a:rPr dirty="0">
                <a:solidFill>
                  <a:schemeClr val="bg1"/>
                </a:solidFill>
              </a:rPr>
              <a:t>• Observability data is raw signal, not insight</a:t>
            </a:r>
          </a:p>
          <a:p>
            <a:r>
              <a:rPr dirty="0">
                <a:solidFill>
                  <a:schemeClr val="bg1"/>
                </a:solidFill>
              </a:rPr>
              <a:t>• </a:t>
            </a:r>
            <a:r>
              <a:rPr dirty="0" err="1">
                <a:solidFill>
                  <a:schemeClr val="bg1"/>
                </a:solidFill>
              </a:rPr>
              <a:t>SentinelAI</a:t>
            </a:r>
            <a:r>
              <a:rPr dirty="0">
                <a:solidFill>
                  <a:schemeClr val="bg1"/>
                </a:solidFill>
              </a:rPr>
              <a:t> adds memory, reasoning and live investigation</a:t>
            </a:r>
          </a:p>
          <a:p>
            <a:r>
              <a:rPr dirty="0">
                <a:solidFill>
                  <a:schemeClr val="bg1"/>
                </a:solidFill>
              </a:rPr>
              <a:t>• The platform turns logs into RCA, context and action</a:t>
            </a:r>
          </a:p>
          <a:p>
            <a:r>
              <a:rPr dirty="0">
                <a:solidFill>
                  <a:schemeClr val="bg1"/>
                </a:solidFill>
              </a:rPr>
              <a:t>• Knowledge Service makes each incident reusable for the next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32" y="5381244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8012" y="5454396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Distributed, cloud-native systems generate millions of log events every hour.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13055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On-call engineers spend 40–60 % of incident response time manually querying ELK, correlating signals and writing RCAs.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Major vendors — Datadog, Dynatrace, New Relic, AWS — are racing to embed AI copilots into observability platforms.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7647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Early adopters report 30–50 % reduction in mean-time-to-resolve (MTTR) with AI-assisted triage.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2628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59943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SentinelAI is our internal initiative: build this capability on our own stack, own the IP, demonstrate it to clients.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53328"/>
            <a:ext cx="12188952" cy="685800"/>
          </a:xfrm>
          <a:prstGeom prst="rect">
            <a:avLst/>
          </a:prstGeom>
          <a:solidFill>
            <a:srgbClr val="00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0807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C107"/>
                </a:solidFill>
              </a:rPr>
              <a:t>💡  The question is not whether to add AI to observability — it is how quickly we can build it and how well we make it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Current Pain Points in Incident Investigation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🐢  Slow &amp;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307592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Engineers manually grep logs, craft Kibana DSL queries, and correlate timestamps across multiple browser tabs — for every incident.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12264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85416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🔁  Repetitive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85416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Similar failures are investigated from scratch every on-call rotation.  No memory, no learning loop.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90088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🧩  Knowledge Silos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63240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Senior engineers carry tribal knowledge.  Junior engineers struggle with ELK/Kafka query syntax and miss key signals.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67912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941064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📝  RCA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941064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Post-incident RCAs are written hours or days later, relying on fading memory — or skipped entirely under time pressure.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45736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818888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📉  No Pattern Reuse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818888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Past incidents are not indexed or searchable.  The same root causes recur because no institutional memory is built.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126480"/>
            <a:ext cx="12188952" cy="621792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16305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We need an AI-assisted layer that turns raw observability data into summaries, hypotheses and recommended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SentinelAI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An AI-assisted incident investigation platform built on the stack we already use</a:t>
            </a:r>
          </a:p>
          <a:p>
            <a:endParaRPr/>
          </a:p>
          <a:p>
            <a:r>
              <a:t>• Log RCA: paste or upload logs, generate issue / root cause / impacted service / fix</a:t>
            </a:r>
          </a:p>
          <a:p>
            <a:r>
              <a:t>• ELK live investigation: query live logs with service, severity and timeframe</a:t>
            </a:r>
          </a:p>
          <a:p>
            <a:r>
              <a:t>• Knowledge Service: adds engineering context from deployments, releases, timeline and Jira</a:t>
            </a:r>
          </a:p>
          <a:p>
            <a:r>
              <a:t>• Future: agentic investigation with context-aware reasoning and workflow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ED6"/>
                </a:solidFill>
              </a:rPr>
              <a:t>📋  Log RCA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56231"/>
            <a:ext cx="3291840" cy="36576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Paste or upload any log 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AI generates: issue summary,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root cause, impacted service,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recommended fix.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Historical context via RAG.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33088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70248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🔍  ELK Live Investigation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1856231"/>
            <a:ext cx="329184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15968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Select service + severity + timeframe.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Queries Elasticsearch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Returns AI-generated investigation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summary + suspicious log lines.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No file upload required.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0416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37576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🧠  Agentic AI  (Next)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6" y="1856231"/>
            <a:ext cx="3291840" cy="36576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83296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Autonomous multi-step reasoning.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Query ELK, Kafka, deploy history.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Correlate cross-system signals.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Propose remediation &amp; runbooks.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3296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File Jira / post to Slack.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806440"/>
            <a:ext cx="11430000" cy="658368"/>
          </a:xfrm>
          <a:prstGeom prst="rect">
            <a:avLst/>
          </a:prstGeom>
          <a:solidFill>
            <a:srgbClr val="051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888736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BC9"/>
                </a:solidFill>
              </a:rPr>
              <a:t>Stack:  React  ·  Spring Boot  ·  FastAPI  ·  PostgreSQL + pgvector  ·  Elasticsearch  ·  Groq / Ollama  ·  Docker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High-Level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Four deployable services + shared infrastructure</a:t>
            </a:r>
          </a:p>
          <a:p>
            <a:endParaRPr dirty="0"/>
          </a:p>
          <a:p>
            <a:r>
              <a:rPr dirty="0"/>
              <a:t>• </a:t>
            </a:r>
            <a:r>
              <a:rPr dirty="0" err="1"/>
              <a:t>sentinelai-ui</a:t>
            </a:r>
            <a:r>
              <a:rPr dirty="0"/>
              <a:t> (React): RCA and ELK investigation views</a:t>
            </a:r>
          </a:p>
          <a:p>
            <a:r>
              <a:rPr dirty="0"/>
              <a:t>• </a:t>
            </a:r>
            <a:r>
              <a:rPr dirty="0" err="1"/>
              <a:t>SentinelAI</a:t>
            </a:r>
            <a:r>
              <a:rPr dirty="0"/>
              <a:t>-Core (Spring Boot): orchestration, RCA, ELK integration and SKS calls</a:t>
            </a:r>
          </a:p>
          <a:p>
            <a:r>
              <a:rPr dirty="0"/>
              <a:t>• </a:t>
            </a:r>
            <a:r>
              <a:rPr dirty="0" err="1"/>
              <a:t>SentinelAI</a:t>
            </a:r>
            <a:r>
              <a:rPr dirty="0"/>
              <a:t>-Engine (</a:t>
            </a:r>
            <a:r>
              <a:rPr dirty="0" err="1"/>
              <a:t>FastAPI</a:t>
            </a:r>
            <a:r>
              <a:rPr dirty="0"/>
              <a:t>): provider routing for </a:t>
            </a:r>
            <a:r>
              <a:rPr dirty="0" err="1"/>
              <a:t>Groq</a:t>
            </a:r>
            <a:r>
              <a:rPr dirty="0"/>
              <a:t>, </a:t>
            </a:r>
            <a:r>
              <a:rPr dirty="0" err="1"/>
              <a:t>Ollama</a:t>
            </a:r>
            <a:r>
              <a:rPr dirty="0"/>
              <a:t>, OpenAI and </a:t>
            </a:r>
            <a:r>
              <a:rPr dirty="0" err="1"/>
              <a:t>HuggingFace</a:t>
            </a:r>
            <a:endParaRPr dirty="0"/>
          </a:p>
          <a:p>
            <a:r>
              <a:rPr dirty="0"/>
              <a:t>• </a:t>
            </a:r>
            <a:r>
              <a:rPr dirty="0" err="1"/>
              <a:t>SentinelAI</a:t>
            </a:r>
            <a:r>
              <a:rPr dirty="0"/>
              <a:t>-Knowledge-Service (Spring Boot): timeline, releases, deployments and Jira knowledge</a:t>
            </a:r>
          </a:p>
          <a:p>
            <a:endParaRPr dirty="0"/>
          </a:p>
          <a:p>
            <a:r>
              <a:rPr dirty="0"/>
              <a:t>Infrastructure: PostgreSQL + </a:t>
            </a:r>
            <a:r>
              <a:rPr dirty="0" err="1"/>
              <a:t>pgvector</a:t>
            </a:r>
            <a:r>
              <a:rPr dirty="0"/>
              <a:t>, Elasticsearch, </a:t>
            </a:r>
            <a:r>
              <a:rPr dirty="0" err="1"/>
              <a:t>Ollama</a:t>
            </a:r>
            <a:r>
              <a:rPr dirty="0"/>
              <a:t>, Docker</a:t>
            </a:r>
          </a:p>
          <a:p>
            <a:endParaRPr dirty="0"/>
          </a:p>
          <a:p>
            <a:r>
              <a:rPr dirty="0"/>
              <a:t>Draw.io reference: SentinelAI-Architecture-v2.drawio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ED6"/>
                </a:solidFill>
              </a:rPr>
              <a:t>sentinelai-ui  (React SPA)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481328"/>
            <a:ext cx="36576" cy="41148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60520" y="139903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BBC9"/>
                </a:solidFill>
              </a:rPr>
              <a:t>Log RCA tab  |  ELK Investigation tab  |  Future: Agentic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1031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67712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SentinelAI-Core  (Spring Boot)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468880"/>
            <a:ext cx="36576" cy="41148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60520" y="238658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REST orchestration  |  RAG retrieval  |  ElkClient  |  pgvector semantic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09067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55264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346704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SentinelAI-Engine  (FastAPI)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3456432"/>
            <a:ext cx="36576" cy="41148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60520" y="33741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Provider routing:  Groq · Ollama · OpenAI · HuggingFace · AWS Bedrock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0782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42816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334256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Infrastructure  (Docker Compose)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4443984"/>
            <a:ext cx="36576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60520" y="436168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PostgreSQL + pgvector  |  Elasticsearch 7.x  |  Ollama  |  Kafka (P2 roadmap)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15000"/>
            <a:ext cx="11247120" cy="658368"/>
          </a:xfrm>
          <a:prstGeom prst="rect">
            <a:avLst/>
          </a:prstGeom>
          <a:solidFill>
            <a:srgbClr val="051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BC9"/>
                </a:solidFill>
              </a:rPr>
              <a:t>📡  External inputs:  Elasticsearch logs  ·  Kafka events (P2)  ·  Deployment metadata (P2)  ·  ITSM / alerting (P2)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0080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>
                <a:hlinkClick r:id="rId2"/>
              </a:rPr>
              <a:t>Open architecture draw.io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Existing Capability – Log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Paste logs → AI returns structured root-cause analysis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1 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Pastes log text or
uploads a log file
in the Log RCA tab.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5456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15184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2  UI →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POST /api/rca/analyze
{ "log": "&lt;text&gt;"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36592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3  Core (RAG)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Embeds log · Searches
pgvector for similar
past incidents.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77456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4  Core→Engine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6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Prompt (log + context)
POST /analyze
?provider=groq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08592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5  AI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Groq Llama 3.3 70B
Returns structured
JSON fields.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97480"/>
            <a:ext cx="11430000" cy="1920240"/>
          </a:xfrm>
          <a:prstGeom prst="rect">
            <a:avLst/>
          </a:prstGeom>
          <a:solidFill>
            <a:srgbClr val="081C36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Structured JSON response returned to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200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issue: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2004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Short one-line description of what failed.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rootCause: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2004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Likely cause with supporting evidence from the log.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576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impactedService: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6576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Which microservice / component is affected.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6576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recommendedFix: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36576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Actionable steps to resolve the issue.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provider: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41148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Which LLM model was used.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114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errors: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148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Auth/provider failures surfaced for visibility.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754880"/>
            <a:ext cx="11430000" cy="54864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480974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CAF50"/>
                </a:solidFill>
              </a:rPr>
              <a:t>✅  Value:  Reduces log-reading time · Consistent RCA structure · Shareable output · Feeds knowledge 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Existing Capability – ELK-Based Live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Select service + severity + timeframe → AI-generated incident analysis instantly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2984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ED6"/>
                </a:solidFill>
              </a:rPr>
              <a:t>Engineer selects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98448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service · severity · timeframeMinutes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39112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1945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CD4"/>
                </a:solidFill>
              </a:rPr>
              <a:t>POST →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94560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/api/elk-investigation/search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935224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26664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0906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Core → Elasticsearch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090672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BoolQuery: term(service) + term(severity) + date range
≤50 lines, deduped &amp; truncated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831336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22776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D00"/>
                </a:solidFill>
              </a:rPr>
              <a:t>Core → AI-Engine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986784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ElkPromptBuilder numbers lines
Requests JSON: issue · rootCause · suspiciousLogs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727448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18888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AI → Core →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Summary card · Key findings
· Suspicious logs list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234440"/>
            <a:ext cx="5577840" cy="4114800"/>
          </a:xfrm>
          <a:prstGeom prst="rect">
            <a:avLst/>
          </a:prstGeom>
          <a:solidFill>
            <a:srgbClr val="081C36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13258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Response fields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AI one-paragraph incident 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probableRootCause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Most likely cause with log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impactedService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926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Service(s) affected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474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recommendedAction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Suggested remediation steps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suspiciousLogs[]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023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Specific log lines flagged by 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468112"/>
            <a:ext cx="11430000" cy="548640"/>
          </a:xfrm>
          <a:prstGeom prst="rect">
            <a:avLst/>
          </a:prstGeom>
          <a:solidFill>
            <a:srgbClr val="00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552297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CD4"/>
                </a:solidFill>
              </a:rPr>
              <a:t>✅  Engineers investigate directly from ELK with AI analysis — no manual Kibana DSL, no file uploads, no waiting.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Existing Capability – Engineering Context &amp;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Every investigation becomes reusable knowledge</a:t>
            </a:r>
          </a:p>
          <a:p>
            <a:endParaRPr/>
          </a:p>
          <a:p>
            <a:r>
              <a:t>• Core can call SentinelAI-Knowledge-Service for timeline, deployment, release and Jira evidence</a:t>
            </a:r>
          </a:p>
          <a:p>
            <a:r>
              <a:t>• That context is appended to the RCA prompt for richer analysis</a:t>
            </a:r>
          </a:p>
          <a:p>
            <a:r>
              <a:t>• The UI displays engineering evidence alongside the RCA result</a:t>
            </a:r>
          </a:p>
          <a:p>
            <a:r>
              <a:t>• Over time, SentinelAI becomes a living memory layer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94960" cy="466344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CD4"/>
                </a:solidFill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051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  Engineer stores incident via POST /api/logs/upload.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3230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2.  Core generates vector embeddings (Ollama or configured provider).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540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3.  Embeddings + raw text stored in PostgreSQL with pgvector.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4.  On next RCA request, Core runs cosine-similarity search.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5.  Top-K similar past incidents returned as LLM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194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6.  LLM uses historical context → higher-quality, grounded RCA.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34440"/>
            <a:ext cx="5760720" cy="466344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AF50"/>
                </a:solidFill>
              </a:rPr>
              <a:t>Why This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28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Knowledge accumulation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9456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Every incident stored → richer context → better RCAs automatically.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834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Onboarding acceleration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New engineers tap institutional knowledge without tribal reliance.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Hybrid search (roadmap)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20624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BM25 keyword + vector similarity for higher recall.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46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Multi-tenant (roadmap)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21208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Separate stores per client/project for confidentiality.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35040"/>
            <a:ext cx="11430000" cy="43891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07161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AF50"/>
                </a:solidFill>
              </a:rPr>
              <a:t>✅  SentinelAI becomes smarter with every incident.  This is a compounding competitive advantage.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Existing Capability – Pluggable AI Provider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Swap LLM providers with a single config change — no Core code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BCD4"/>
                </a:solidFill>
              </a:rPr>
              <a:t>Groq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Cloud inference
~3 s latency
Llama 3.3 70B
Default 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7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24327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CAF50"/>
                </a:solidFill>
              </a:rPr>
              <a:t>Ollama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7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Fully local
Data residency
No API keys
Local dev &amp; PoC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0014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37174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6ED6"/>
                </a:solidFill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7174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GPT-4o / 4.1
Azure OpenAI
Enterprise grade
High 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12861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50021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6D00"/>
                </a:solidFill>
              </a:rPr>
              <a:t>HuggingFace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1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Open-source
Custom fine-tunes
Research use
Cost-efficient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08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62868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C4DFF"/>
                </a:solidFill>
              </a:rPr>
              <a:t>AWS Bedrock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68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Claude / Titan
AWS-native
Enterprise security
Compliance 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63240"/>
            <a:ext cx="11430000" cy="1298448"/>
          </a:xfrm>
          <a:prstGeom prst="rect">
            <a:avLst/>
          </a:prstGeom>
          <a:solidFill>
            <a:srgbClr val="04101F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3136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CD4"/>
                </a:solidFill>
              </a:rPr>
              <a:t>Configuration  (application.yaml)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493008"/>
            <a:ext cx="111556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CAF50"/>
                </a:solidFill>
              </a:rPr>
              <a:t>sentinelai.ai-engine.url:       http://localhost:8000/analyze
sentinelai.ai-engine.provider:  groq          # switch to 'ollama' for fully local
sentinelai.semantic-search.enabled: true       # enable RAG retrieval
sentinelai.elk.enabled:         true           # enable ELK investigation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26280"/>
            <a:ext cx="11430000" cy="123444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6177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Cost flexibility:  Groq for speed · Ollama for data-residency · Azure OpenAI for enterprise compliance.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017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PoC readiness:  spin up with  docker compose  +  start-all.bat  and demo in under 5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Fully decoupled:  SentinelAI-Core is provider-agnostic.  Business logic never changes when you swap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Agentic AI — SentinelAI as an Autonomous SRE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Beyond RAG: a reasoning agent that plans, uses tools, and iterates until 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BC9"/>
                </a:solidFill>
              </a:rPr>
              <a:t>Traditional RAG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BC9"/>
                </a:solidFill>
              </a:rPr>
              <a:t>Prompt → Single LLM call →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64208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Agentic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2763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CD4"/>
                </a:solidFill>
              </a:rPr>
              <a:t>Think → Choose tool → Act → Observe → Think again → … →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🧠  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LLM analyses incident context,
tool results so far, working memory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484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⚙️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Invoke a tool:
query_elk · check_kafka
get_deployment_history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👁️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Ingest tool output,
update shared working memory,
check goal met?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977639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406907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📋 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71415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Goal met → emit:
RCA · runbook · Jira ticket · Slack 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986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8986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65760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↙  loop back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40680"/>
            <a:ext cx="11430000" cy="1005840"/>
          </a:xfrm>
          <a:prstGeom prst="rect">
            <a:avLst/>
          </a:prstGeom>
          <a:solidFill>
            <a:srgbClr val="1A0A40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🛠  Tool Registry — what the agent can call: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query_elasticsearch()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query_kafka_lag()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get_deployment_history()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search_incident_kb()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create_jira_ticket()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post_slack_alert()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generate_runbook()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check_slo_breach()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Agentic Orchestration —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This is the non-trivial engineering — and we have already designed the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B0BB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344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BC9"/>
                </a:solidFill>
              </a:rPr>
              <a:t>Trigger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Incoming alert  (Kafka / webhook)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Manual request from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Scheduled anomaly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CI/CD deployment 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9424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Orchestration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Agent Planner: decomposes goal into ordered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Context Manager: maintains working memory across tool calls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Tool Dispatcher: routes plan steps to registered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Reflection Module: evaluates intermediate results, replans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044952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36976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352" y="33192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Tool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ELK Query Engine  (Java ElkClient)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Kafka Consumer &amp; Lag Checker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Deployment History API  (CI/CD integration)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Incident KB Search  (pgvector 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032504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24528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0352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Output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Structured RCA  (JSON → UI)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Runbook  (Markdown, human-reviewable)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Jira ticket + Slack alert  (automated)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Full audit log of every agent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193792"/>
            <a:ext cx="11430000" cy="987552"/>
          </a:xfrm>
          <a:prstGeom prst="rect">
            <a:avLst/>
          </a:prstGeom>
          <a:solidFill>
            <a:srgbClr val="331500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5266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D00"/>
                </a:solidFill>
              </a:rPr>
              <a:t>⚠️  Engineering challenges we are solving (this is why it is not trivial):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Context window management across many tool calls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79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Parallel tool invocation without race conditions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8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Prompt injection safety from log content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Hallucination guardrails &amp; self-consistency checks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79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Cost &amp; latency budget enforcement per investigation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18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Deterministic audit trail for enterprise compliance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SentinelAI Helps 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Internal productivity · Client differentiation · Capability building · Revenue potential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🏃  Internal Productivity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28216"/>
            <a:ext cx="5102352" cy="36576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0136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Faster log-based investigation &amp; RCA for our own managed services.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Reduces on-call burden — SentinelAI handles first-pass triage.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Consistent RCA quality regardless of engineer seniority.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8094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AI-generated runbooks reduce knowledge silos.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💼  Client Value &amp; Differentiation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728216"/>
            <a:ext cx="5102352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80136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Tangible GenAI capability on top of existing ELK/Kafka/cloud-native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19456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Demo-ready in &lt; 5 min — ideal for client workshops and proposal stages.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8775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Differentiates Atos bids vs. generic managed-service offers.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98094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Reference solution for SRE, observability and operations deals.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0332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9476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🎓  Talent &amp; Capability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1023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27024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Builds applied GenAI expertise: RAG, agents, LLMOps, vector databases.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6344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Hands-on experience with Groq, Ollama, pgvector, FastAPI.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5663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Aligns with market direction — observability + AI is a key battleground.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44982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Internal PoC → conference talk / blog → employer-brand boost.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70332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79476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🚀  Foundation for Products &amp; Offers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97096"/>
            <a:ext cx="5102352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27024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Can evolve into a reusable Atos accelerator for incident management.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66344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Applicable across verticals: finance, retail, connected vehicle, public sector.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05663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Foundation for AI-SRE-as-a-service offering.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44982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Aligns with Atos OneCloud and Digital Workplace strategic themes.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Roadmap — P1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Three capabilities that turn SentinelAI into a core engineering tool</a:t>
            </a:r>
          </a:p>
          <a:p>
            <a:endParaRPr/>
          </a:p>
          <a:p>
            <a:r>
              <a:t>• Natural language operational search over ELK and engineering knowledge</a:t>
            </a:r>
          </a:p>
          <a:p>
            <a:r>
              <a:t>• Incident correlation using ELK logs, deployments, releases and timeline events from SKS</a:t>
            </a:r>
          </a:p>
          <a:p>
            <a:r>
              <a:t>• Deployment regression detection with richer context from changes and incidents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🔤  Natural Language Operational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556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Engineer types plain English: "show payment failures after the latest deployment".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556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SentinelAI converts request → ELK BoolQuery → fetches logs → returns AI summary.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85415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No Kibana DSL knowledge required — accelerates ad-hoc investigation for all engineers.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85415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democratises log investigation; reduces mean-time-to-understand by ~10×.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62072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🔗  Incident Correlation &amp; Investigation 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Automatically correlates signals:  deployment → Kafka lag → DB timeout → customer errors.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Builds a single investigation timeline across all systems and services.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130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Presents one consolidated summary instead of N separate ELK/Kafka/APM queries.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8130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reduces MTTR for complex multi-system failures — the hardest class of incidents.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89704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581144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📊  Deployment Regression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10911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Compares error patterns before vs. after each deployment automatically.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010911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Highlights likely regressions and risky code-change fingerprints.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4406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Integrates with CI/CD pipeline for pre-release safety gates.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4406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safer, faster releases — especially critical in microservices-heavy environments.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Roadmap — P2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Real-time AI monitoring · ITSM automation · Enterprise readiness</a:t>
            </a:r>
          </a:p>
          <a:p>
            <a:endParaRPr/>
          </a:p>
          <a:p>
            <a:r>
              <a:t>• Real-time ELK/Kafka monitoring with AI-driven investigation</a:t>
            </a:r>
          </a:p>
          <a:p>
            <a:r>
              <a:t>• Knowledge Service becomes the enterprise memory backbone for incident context</a:t>
            </a:r>
          </a:p>
          <a:p>
            <a:r>
              <a:t>• Jira / Slack / Teams automation with RCA and runbook draft generation</a:t>
            </a:r>
          </a:p>
          <a:p>
            <a:r>
              <a:t>• RBAC, audit logging and LLMOps for production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075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⚡  Real-Time ELK/Kafka Monitoring with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Continuously scans log streams and Kafka topics for anomalies.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190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Groups related anomalies into incident candidates automatically.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Triggers AI investigation without any human initiation.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Shifts Atos from reactive response to proactive, AI-driven triage.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791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🤖  Jira + Slack / Teams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One-click creation of Jira tickets with AI-generated RCA, impact and recommended fix.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0906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Auto-posts AI investigation summaries into Slack/Teams channels during incidents.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Integrates into existing on-call workflows — zero context switching for engineers.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4747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Reduces documentation burden and accelerates stakeholder communication.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776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0507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🏢  Enterprise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4622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SSO via OIDC, RBAC for multi-team access control.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622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Audit logging of every AI action and tool call for compliance.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Multi-tenant configuration for client isolation.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8463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Packaging as a reusable, marketable Atos accelerator.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492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4223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🔬  LLMOps &amp;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338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Thumbs-up/down feedback loop on RCA quality — closes the learning loop.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8338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Latency / cost / accuracy dashboards per provider and per incident type.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179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A/B testing of prompt strategies and model versions.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2179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Optional fine-tuning on Atos-internal incident corpus.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Future Vision — Enterprise AI SRE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SentinelAI as the central AI brain for production operations</a:t>
            </a:r>
          </a:p>
          <a:p>
            <a:endParaRPr/>
          </a:p>
          <a:p>
            <a:r>
              <a:t>• The agent will reason over ELK, Kafka, deployments, releases and engineering knowledge</a:t>
            </a:r>
          </a:p>
          <a:p>
            <a:r>
              <a:t>• SentinelAI-Knowledge-Service becomes the memory layer for past incidents and change history</a:t>
            </a:r>
          </a:p>
          <a:p>
            <a:r>
              <a:t>• The human approves in minutes while the agent drafts RCA, runbooks and Jira actions</a:t>
            </a:r>
          </a:p>
          <a:p>
            <a:r>
              <a:t>• This moves the platform from demo to an enterprise-ready operations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CD4"/>
                </a:solidFill>
              </a:rPr>
              <a:t>The on-call experience in 2027 — with SentinelAI fully realised: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ED6"/>
                </a:solidFill>
              </a:rPr>
              <a:t>🚨
Alert fires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PagerDuty/alerting
triggers.  Agent
receives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26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5000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CD4"/>
                </a:solidFill>
              </a:rPr>
              <a:t>🧠
Agent reasons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Understands goal:
'investigate payment
service degradation'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250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7024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CAF50"/>
                </a:solidFill>
              </a:rPr>
              <a:t>🔍
Agent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Calls ELK · Kafka
deployment history
incident KB — all auto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048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D00"/>
                </a:solidFill>
              </a:rPr>
              <a:t>🔗
Agent correlates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Links deploy v2.3.1
to error spike 18 min
later via timeline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298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072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C107"/>
                </a:solidFill>
              </a:rPr>
              <a:t>📝
Agent drafts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72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Prepares RCA,
runbook + Jira
ticket draft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322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3096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4DFF"/>
                </a:solidFill>
              </a:rPr>
              <a:t>✅
Human approves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On-call reviews
in &lt; 2 min and
resolves incident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57600"/>
            <a:ext cx="11430000" cy="1325880"/>
          </a:xfrm>
          <a:prstGeom prst="rect">
            <a:avLst/>
          </a:prstGeom>
          <a:solidFill>
            <a:srgbClr val="1A0A40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730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Capability readiness: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Multi-step ReAct loop  [✅ designed]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79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Tool registry  [✅ designed]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8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ElkClient + RAG  [✅ built]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Kafka triggers  [P2 roadmap]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79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OIDC / RBAC  [P2 roadmap]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8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Feedback / LLMOps  [P2 roadmap]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016752"/>
            <a:ext cx="12188952" cy="713232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053328"/>
            <a:ext cx="11247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The components are either built or clearly designed.  SentinelAI is not a demo — it is a foundation.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Next Steps &amp; Ask from Atos Stakeholders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🎯  Identify a Pilot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325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Pick one service/domain:  payments · invoicing · connected vehicle · cloud 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71907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One SRE / on-call team willing to co-innovate and provide real incident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11226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Define a small but realistic incident investigation scenario as the testbed.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24328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1576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⚙️  Prioritise P1 Features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71576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Decide which to implement first based on client/internal needs: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31089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Natural language operational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39" y="350215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Incident correlation &amp; investigation timeline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9" y="389534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Deployment regression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14216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1056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🤝  Support &amp; Sponsorship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105656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Allocate time to harden and extend SentinelAI alongside project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49884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Access to a real ELK / Kafka environment for integration and performance testing.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892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Optionally position SentinelAI as an Atos AI accelerator for SRE and observability deals.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04104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49554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📣  Amplify Externally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49554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Write a short case-study / blog post on the architecture and measurable impact.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88736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Submit to Atos internal tech-talk / innovation showcase session.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628192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Target a conference paper or demo (QCon, Devoxx, AWS re:Invent) in 2026–2027.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2578608"/>
            <a:ext cx="7040880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BCD4"/>
                </a:solidFill>
              </a:rPr>
              <a:t>SentinelAI  —  AI-Assisted Incident Investigation &amp; RCA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Praveen Kumar Deshmukh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0507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BC9"/>
                </a:solidFill>
              </a:rPr>
              <a:t>Principal Software Engineer &amp; Architect  |  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2803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00BCD4"/>
                </a:solidFill>
              </a:rPr>
              <a:t>Questions?  Let's talk about making SentinelAI real for Atos.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SentinelAI Monorepo  |  Atos Confidential  |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3154</Words>
  <Application>Microsoft Office PowerPoint</Application>
  <PresentationFormat>Custom</PresentationFormat>
  <Paragraphs>381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Praveen Deshmukh</cp:lastModifiedBy>
  <cp:revision>2</cp:revision>
  <dcterms:created xsi:type="dcterms:W3CDTF">2013-01-27T09:14:16Z</dcterms:created>
  <dcterms:modified xsi:type="dcterms:W3CDTF">2026-07-14T06:49:19Z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2026-05-13T14:23:36Z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deeaf11e-2777-4d1b-92e7-5f62c2df66d6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